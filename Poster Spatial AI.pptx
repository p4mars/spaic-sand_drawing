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0270450" cy="42795825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DB84A7-3176-4FA8-B484-F72425C0D4AD}" v="2" dt="2026-06-11T14:45:19.321"/>
    <p1510:client id="{D0DE63AB-0112-DE3A-3B40-DF6B24314DDF}" v="1" dt="2026-06-11T10:46:05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>
        <p:scale>
          <a:sx n="10" d="100"/>
          <a:sy n="10" d="100"/>
        </p:scale>
        <p:origin x="1214" y="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sel Toutenhoofd" userId="S::wtoutenhoofd@tudelft.nl::4d00b67c-16d7-4a76-9e22-9117a12e7a48" providerId="AD" clId="Web-{32D47787-1425-E8F0-9DCC-D543EDEA4767}"/>
    <pc:docChg chg="mod addSld delSld modSld modMainMaster setSldSz">
      <pc:chgData name="Wessel Toutenhoofd" userId="S::wtoutenhoofd@tudelft.nl::4d00b67c-16d7-4a76-9e22-9117a12e7a48" providerId="AD" clId="Web-{32D47787-1425-E8F0-9DCC-D543EDEA4767}" dt="2026-06-08T13:22:19.081" v="306" actId="20577"/>
      <pc:docMkLst>
        <pc:docMk/>
      </pc:docMkLst>
      <pc:sldChg chg="modSp add">
        <pc:chgData name="Wessel Toutenhoofd" userId="S::wtoutenhoofd@tudelft.nl::4d00b67c-16d7-4a76-9e22-9117a12e7a48" providerId="AD" clId="Web-{32D47787-1425-E8F0-9DCC-D543EDEA4767}" dt="2026-06-08T13:22:19.081" v="306" actId="20577"/>
        <pc:sldMkLst>
          <pc:docMk/>
          <pc:sldMk cId="0" sldId="256"/>
        </pc:sldMkLst>
        <pc:spChg chg="mod">
          <ac:chgData name="Wessel Toutenhoofd" userId="S::wtoutenhoofd@tudelft.nl::4d00b67c-16d7-4a76-9e22-9117a12e7a48" providerId="AD" clId="Web-{32D47787-1425-E8F0-9DCC-D543EDEA4767}" dt="2026-06-08T13:22:19.081" v="306" actId="20577"/>
          <ac:spMkLst>
            <pc:docMk/>
            <pc:sldMk cId="0" sldId="256"/>
            <ac:spMk id="113" creationId="{00000000-0000-0000-0000-000000000000}"/>
          </ac:spMkLst>
        </pc:spChg>
      </pc:sldChg>
      <pc:sldMasterChg chg="modSp addSldLayout modSldLayout">
        <pc:chgData name="Wessel Toutenhoofd" userId="S::wtoutenhoofd@tudelft.nl::4d00b67c-16d7-4a76-9e22-9117a12e7a48" providerId="AD" clId="Web-{32D47787-1425-E8F0-9DCC-D543EDEA4767}" dt="2026-06-08T13:18:13.462" v="7"/>
        <pc:sldMasterMkLst>
          <pc:docMk/>
          <pc:sldMasterMk cId="1710546820" sldId="2147483648"/>
        </pc:sldMasterMkLst>
        <pc:spChg chg="mod">
          <ac:chgData name="Wessel Toutenhoofd" userId="S::wtoutenhoofd@tudelft.nl::4d00b67c-16d7-4a76-9e22-9117a12e7a48" providerId="AD" clId="Web-{32D47787-1425-E8F0-9DCC-D543EDEA4767}" dt="2026-06-08T13:18:13.462" v="7"/>
          <ac:spMkLst>
            <pc:docMk/>
            <pc:sldMasterMk cId="1710546820" sldId="2147483648"/>
            <ac:spMk id="2" creationId="{00000000-0000-0000-0000-000000000000}"/>
          </ac:spMkLst>
        </pc:spChg>
        <pc:spChg chg="mod">
          <ac:chgData name="Wessel Toutenhoofd" userId="S::wtoutenhoofd@tudelft.nl::4d00b67c-16d7-4a76-9e22-9117a12e7a48" providerId="AD" clId="Web-{32D47787-1425-E8F0-9DCC-D543EDEA4767}" dt="2026-06-08T13:18:13.462" v="7"/>
          <ac:spMkLst>
            <pc:docMk/>
            <pc:sldMasterMk cId="1710546820" sldId="2147483648"/>
            <ac:spMk id="3" creationId="{00000000-0000-0000-0000-000000000000}"/>
          </ac:spMkLst>
        </pc:spChg>
        <pc:spChg chg="mod">
          <ac:chgData name="Wessel Toutenhoofd" userId="S::wtoutenhoofd@tudelft.nl::4d00b67c-16d7-4a76-9e22-9117a12e7a48" providerId="AD" clId="Web-{32D47787-1425-E8F0-9DCC-D543EDEA4767}" dt="2026-06-08T13:18:13.462" v="7"/>
          <ac:spMkLst>
            <pc:docMk/>
            <pc:sldMasterMk cId="1710546820" sldId="2147483648"/>
            <ac:spMk id="4" creationId="{00000000-0000-0000-0000-000000000000}"/>
          </ac:spMkLst>
        </pc:spChg>
        <pc:spChg chg="mod">
          <ac:chgData name="Wessel Toutenhoofd" userId="S::wtoutenhoofd@tudelft.nl::4d00b67c-16d7-4a76-9e22-9117a12e7a48" providerId="AD" clId="Web-{32D47787-1425-E8F0-9DCC-D543EDEA4767}" dt="2026-06-08T13:18:13.462" v="7"/>
          <ac:spMkLst>
            <pc:docMk/>
            <pc:sldMasterMk cId="1710546820" sldId="2147483648"/>
            <ac:spMk id="5" creationId="{00000000-0000-0000-0000-000000000000}"/>
          </ac:spMkLst>
        </pc:spChg>
        <pc:spChg chg="mod">
          <ac:chgData name="Wessel Toutenhoofd" userId="S::wtoutenhoofd@tudelft.nl::4d00b67c-16d7-4a76-9e22-9117a12e7a48" providerId="AD" clId="Web-{32D47787-1425-E8F0-9DCC-D543EDEA4767}" dt="2026-06-08T13:18:13.462" v="7"/>
          <ac:spMkLst>
            <pc:docMk/>
            <pc:sldMasterMk cId="1710546820" sldId="2147483648"/>
            <ac:spMk id="6" creationId="{00000000-0000-0000-0000-000000000000}"/>
          </ac:spMkLst>
        </pc:spChg>
        <pc:sldLayoutChg chg="modSp">
          <pc:chgData name="Wessel Toutenhoofd" userId="S::wtoutenhoofd@tudelft.nl::4d00b67c-16d7-4a76-9e22-9117a12e7a48" providerId="AD" clId="Web-{32D47787-1425-E8F0-9DCC-D543EDEA4767}" dt="2026-06-08T13:18:13.462" v="7"/>
          <pc:sldLayoutMkLst>
            <pc:docMk/>
            <pc:sldMasterMk cId="1710546820" sldId="2147483648"/>
            <pc:sldLayoutMk cId="4249299040" sldId="2147483649"/>
          </pc:sldLayoutMkLst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4249299040" sldId="2147483649"/>
              <ac:spMk id="2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4249299040" sldId="2147483649"/>
              <ac:spMk id="3" creationId="{00000000-0000-0000-0000-000000000000}"/>
            </ac:spMkLst>
          </pc:spChg>
        </pc:sldLayoutChg>
        <pc:sldLayoutChg chg="modSp">
          <pc:chgData name="Wessel Toutenhoofd" userId="S::wtoutenhoofd@tudelft.nl::4d00b67c-16d7-4a76-9e22-9117a12e7a48" providerId="AD" clId="Web-{32D47787-1425-E8F0-9DCC-D543EDEA4767}" dt="2026-06-08T13:18:13.462" v="7"/>
          <pc:sldLayoutMkLst>
            <pc:docMk/>
            <pc:sldMasterMk cId="1710546820" sldId="2147483648"/>
            <pc:sldLayoutMk cId="1843495715" sldId="2147483651"/>
          </pc:sldLayoutMkLst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1843495715" sldId="2147483651"/>
              <ac:spMk id="2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1843495715" sldId="2147483651"/>
              <ac:spMk id="3" creationId="{00000000-0000-0000-0000-000000000000}"/>
            </ac:spMkLst>
          </pc:spChg>
        </pc:sldLayoutChg>
        <pc:sldLayoutChg chg="modSp">
          <pc:chgData name="Wessel Toutenhoofd" userId="S::wtoutenhoofd@tudelft.nl::4d00b67c-16d7-4a76-9e22-9117a12e7a48" providerId="AD" clId="Web-{32D47787-1425-E8F0-9DCC-D543EDEA4767}" dt="2026-06-08T13:18:13.462" v="7"/>
          <pc:sldLayoutMkLst>
            <pc:docMk/>
            <pc:sldMasterMk cId="1710546820" sldId="2147483648"/>
            <pc:sldLayoutMk cId="957811407" sldId="2147483652"/>
          </pc:sldLayoutMkLst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957811407" sldId="2147483652"/>
              <ac:spMk id="3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957811407" sldId="2147483652"/>
              <ac:spMk id="4" creationId="{00000000-0000-0000-0000-000000000000}"/>
            </ac:spMkLst>
          </pc:spChg>
        </pc:sldLayoutChg>
        <pc:sldLayoutChg chg="modSp">
          <pc:chgData name="Wessel Toutenhoofd" userId="S::wtoutenhoofd@tudelft.nl::4d00b67c-16d7-4a76-9e22-9117a12e7a48" providerId="AD" clId="Web-{32D47787-1425-E8F0-9DCC-D543EDEA4767}" dt="2026-06-08T13:18:13.462" v="7"/>
          <pc:sldLayoutMkLst>
            <pc:docMk/>
            <pc:sldMasterMk cId="1710546820" sldId="2147483648"/>
            <pc:sldLayoutMk cId="4148315968" sldId="2147483653"/>
          </pc:sldLayoutMkLst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4148315968" sldId="2147483653"/>
              <ac:spMk id="2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4148315968" sldId="2147483653"/>
              <ac:spMk id="3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4148315968" sldId="2147483653"/>
              <ac:spMk id="4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4148315968" sldId="2147483653"/>
              <ac:spMk id="5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4148315968" sldId="2147483653"/>
              <ac:spMk id="6" creationId="{00000000-0000-0000-0000-000000000000}"/>
            </ac:spMkLst>
          </pc:spChg>
        </pc:sldLayoutChg>
        <pc:sldLayoutChg chg="modSp">
          <pc:chgData name="Wessel Toutenhoofd" userId="S::wtoutenhoofd@tudelft.nl::4d00b67c-16d7-4a76-9e22-9117a12e7a48" providerId="AD" clId="Web-{32D47787-1425-E8F0-9DCC-D543EDEA4767}" dt="2026-06-08T13:18:13.462" v="7"/>
          <pc:sldLayoutMkLst>
            <pc:docMk/>
            <pc:sldMasterMk cId="1710546820" sldId="2147483648"/>
            <pc:sldLayoutMk cId="2568389287" sldId="2147483656"/>
          </pc:sldLayoutMkLst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2568389287" sldId="2147483656"/>
              <ac:spMk id="2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2568389287" sldId="2147483656"/>
              <ac:spMk id="3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2568389287" sldId="2147483656"/>
              <ac:spMk id="4" creationId="{00000000-0000-0000-0000-000000000000}"/>
            </ac:spMkLst>
          </pc:spChg>
        </pc:sldLayoutChg>
        <pc:sldLayoutChg chg="modSp">
          <pc:chgData name="Wessel Toutenhoofd" userId="S::wtoutenhoofd@tudelft.nl::4d00b67c-16d7-4a76-9e22-9117a12e7a48" providerId="AD" clId="Web-{32D47787-1425-E8F0-9DCC-D543EDEA4767}" dt="2026-06-08T13:18:13.462" v="7"/>
          <pc:sldLayoutMkLst>
            <pc:docMk/>
            <pc:sldMasterMk cId="1710546820" sldId="2147483648"/>
            <pc:sldLayoutMk cId="84292403" sldId="2147483657"/>
          </pc:sldLayoutMkLst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84292403" sldId="2147483657"/>
              <ac:spMk id="2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84292403" sldId="2147483657"/>
              <ac:spMk id="3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84292403" sldId="2147483657"/>
              <ac:spMk id="4" creationId="{00000000-0000-0000-0000-000000000000}"/>
            </ac:spMkLst>
          </pc:spChg>
        </pc:sldLayoutChg>
        <pc:sldLayoutChg chg="modSp">
          <pc:chgData name="Wessel Toutenhoofd" userId="S::wtoutenhoofd@tudelft.nl::4d00b67c-16d7-4a76-9e22-9117a12e7a48" providerId="AD" clId="Web-{32D47787-1425-E8F0-9DCC-D543EDEA4767}" dt="2026-06-08T13:18:13.462" v="7"/>
          <pc:sldLayoutMkLst>
            <pc:docMk/>
            <pc:sldMasterMk cId="1710546820" sldId="2147483648"/>
            <pc:sldLayoutMk cId="3231119585" sldId="2147483659"/>
          </pc:sldLayoutMkLst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3231119585" sldId="2147483659"/>
              <ac:spMk id="2" creationId="{00000000-0000-0000-0000-000000000000}"/>
            </ac:spMkLst>
          </pc:spChg>
          <pc:spChg chg="mod">
            <ac:chgData name="Wessel Toutenhoofd" userId="S::wtoutenhoofd@tudelft.nl::4d00b67c-16d7-4a76-9e22-9117a12e7a48" providerId="AD" clId="Web-{32D47787-1425-E8F0-9DCC-D543EDEA4767}" dt="2026-06-08T13:18:13.462" v="7"/>
            <ac:spMkLst>
              <pc:docMk/>
              <pc:sldMasterMk cId="1710546820" sldId="2147483648"/>
              <pc:sldLayoutMk cId="3231119585" sldId="2147483659"/>
              <ac:spMk id="3" creationId="{00000000-0000-0000-0000-000000000000}"/>
            </ac:spMkLst>
          </pc:spChg>
        </pc:sldLayoutChg>
        <pc:sldLayoutChg chg="add">
          <pc:chgData name="Wessel Toutenhoofd" userId="S::wtoutenhoofd@tudelft.nl::4d00b67c-16d7-4a76-9e22-9117a12e7a48" providerId="AD" clId="Web-{32D47787-1425-E8F0-9DCC-D543EDEA4767}" dt="2026-06-08T13:13:35.202" v="5"/>
          <pc:sldLayoutMkLst>
            <pc:docMk/>
            <pc:sldMasterMk cId="1710546820" sldId="2147483648"/>
            <pc:sldLayoutMk cId="2281685183" sldId="2147483660"/>
          </pc:sldLayoutMkLst>
        </pc:sldLayoutChg>
      </pc:sldMasterChg>
    </pc:docChg>
  </pc:docChgLst>
  <pc:docChgLst>
    <pc:chgData name="Wessel Toutenhoofd" userId="S::wtoutenhoofd@tudelft.nl::4d00b67c-16d7-4a76-9e22-9117a12e7a48" providerId="AD" clId="Web-{D0DE63AB-0112-DE3A-3B40-DF6B24314DDF}"/>
    <pc:docChg chg="modSld">
      <pc:chgData name="Wessel Toutenhoofd" userId="S::wtoutenhoofd@tudelft.nl::4d00b67c-16d7-4a76-9e22-9117a12e7a48" providerId="AD" clId="Web-{D0DE63AB-0112-DE3A-3B40-DF6B24314DDF}" dt="2026-06-11T10:46:05.643" v="0"/>
      <pc:docMkLst>
        <pc:docMk/>
      </pc:docMkLst>
      <pc:sldChg chg="delSp">
        <pc:chgData name="Wessel Toutenhoofd" userId="S::wtoutenhoofd@tudelft.nl::4d00b67c-16d7-4a76-9e22-9117a12e7a48" providerId="AD" clId="Web-{D0DE63AB-0112-DE3A-3B40-DF6B24314DDF}" dt="2026-06-11T10:46:05.643" v="0"/>
        <pc:sldMkLst>
          <pc:docMk/>
          <pc:sldMk cId="0" sldId="256"/>
        </pc:sldMkLst>
        <pc:spChg chg="del">
          <ac:chgData name="Wessel Toutenhoofd" userId="S::wtoutenhoofd@tudelft.nl::4d00b67c-16d7-4a76-9e22-9117a12e7a48" providerId="AD" clId="Web-{D0DE63AB-0112-DE3A-3B40-DF6B24314DDF}" dt="2026-06-11T10:46:05.643" v="0"/>
          <ac:spMkLst>
            <pc:docMk/>
            <pc:sldMk cId="0" sldId="256"/>
            <ac:spMk id="181" creationId="{00000000-0000-0000-0000-000000000000}"/>
          </ac:spMkLst>
        </pc:spChg>
      </pc:sldChg>
    </pc:docChg>
  </pc:docChgLst>
  <pc:docChgLst>
    <pc:chgData name="Wessel Toutenhoofd" userId="S::wtoutenhoofd@tudelft.nl::4d00b67c-16d7-4a76-9e22-9117a12e7a48" providerId="AD" clId="Web-{6A7C79A2-58A2-AE1F-6195-79F1441C69E4}"/>
    <pc:docChg chg="addSld delSld modSld">
      <pc:chgData name="Wessel Toutenhoofd" userId="S::wtoutenhoofd@tudelft.nl::4d00b67c-16d7-4a76-9e22-9117a12e7a48" providerId="AD" clId="Web-{6A7C79A2-58A2-AE1F-6195-79F1441C69E4}" dt="2026-06-09T10:48:02.528" v="24"/>
      <pc:docMkLst>
        <pc:docMk/>
      </pc:docMkLst>
      <pc:sldChg chg="modSp add del">
        <pc:chgData name="Wessel Toutenhoofd" userId="S::wtoutenhoofd@tudelft.nl::4d00b67c-16d7-4a76-9e22-9117a12e7a48" providerId="AD" clId="Web-{6A7C79A2-58A2-AE1F-6195-79F1441C69E4}" dt="2026-06-09T10:47:48.027" v="23"/>
        <pc:sldMkLst>
          <pc:docMk/>
          <pc:sldMk cId="0" sldId="256"/>
        </pc:sldMkLst>
        <pc:spChg chg="mod">
          <ac:chgData name="Wessel Toutenhoofd" userId="S::wtoutenhoofd@tudelft.nl::4d00b67c-16d7-4a76-9e22-9117a12e7a48" providerId="AD" clId="Web-{6A7C79A2-58A2-AE1F-6195-79F1441C69E4}" dt="2026-06-08T13:31:45.815" v="5" actId="20577"/>
          <ac:spMkLst>
            <pc:docMk/>
            <pc:sldMk cId="0" sldId="256"/>
            <ac:spMk id="15" creationId="{00000000-0000-0000-0000-000000000000}"/>
          </ac:spMkLst>
        </pc:spChg>
        <pc:spChg chg="mod ord">
          <ac:chgData name="Wessel Toutenhoofd" userId="S::wtoutenhoofd@tudelft.nl::4d00b67c-16d7-4a76-9e22-9117a12e7a48" providerId="AD" clId="Web-{6A7C79A2-58A2-AE1F-6195-79F1441C69E4}" dt="2026-06-08T13:32:02.550" v="12" actId="1410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Wessel Toutenhoofd" userId="S::wtoutenhoofd@tudelft.nl::4d00b67c-16d7-4a76-9e22-9117a12e7a48" providerId="AD" clId="Web-{6A7C79A2-58A2-AE1F-6195-79F1441C69E4}" dt="2026-06-08T13:32:27.160" v="15" actId="20577"/>
          <ac:spMkLst>
            <pc:docMk/>
            <pc:sldMk cId="0" sldId="256"/>
            <ac:spMk id="66" creationId="{00000000-0000-0000-0000-000000000000}"/>
          </ac:spMkLst>
        </pc:spChg>
        <pc:spChg chg="mod">
          <ac:chgData name="Wessel Toutenhoofd" userId="S::wtoutenhoofd@tudelft.nl::4d00b67c-16d7-4a76-9e22-9117a12e7a48" providerId="AD" clId="Web-{6A7C79A2-58A2-AE1F-6195-79F1441C69E4}" dt="2026-06-08T13:32:34.223" v="18" actId="20577"/>
          <ac:spMkLst>
            <pc:docMk/>
            <pc:sldMk cId="0" sldId="256"/>
            <ac:spMk id="72" creationId="{00000000-0000-0000-0000-000000000000}"/>
          </ac:spMkLst>
        </pc:spChg>
        <pc:spChg chg="mod">
          <ac:chgData name="Wessel Toutenhoofd" userId="S::wtoutenhoofd@tudelft.nl::4d00b67c-16d7-4a76-9e22-9117a12e7a48" providerId="AD" clId="Web-{6A7C79A2-58A2-AE1F-6195-79F1441C69E4}" dt="2026-06-08T13:29:50.092" v="2" actId="14100"/>
          <ac:spMkLst>
            <pc:docMk/>
            <pc:sldMk cId="0" sldId="256"/>
            <ac:spMk id="79" creationId="{00000000-0000-0000-0000-000000000000}"/>
          </ac:spMkLst>
        </pc:spChg>
        <pc:spChg chg="mod">
          <ac:chgData name="Wessel Toutenhoofd" userId="S::wtoutenhoofd@tudelft.nl::4d00b67c-16d7-4a76-9e22-9117a12e7a48" providerId="AD" clId="Web-{6A7C79A2-58A2-AE1F-6195-79F1441C69E4}" dt="2026-06-08T13:33:00.459" v="20" actId="20577"/>
          <ac:spMkLst>
            <pc:docMk/>
            <pc:sldMk cId="0" sldId="256"/>
            <ac:spMk id="14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B0771-324E-406C-B22C-B1EE9CBF722D}" type="datetimeFigureOut">
              <a:t>11-6-2026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EA5D3-6C48-464E-9DE5-ECC5E832C7B6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51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783806" y="7003859"/>
            <a:ext cx="22702838" cy="14899289"/>
          </a:xfrm>
        </p:spPr>
        <p:txBody>
          <a:bodyPr anchor="b"/>
          <a:lstStyle>
            <a:lvl1pPr algn="ctr">
              <a:defRPr sz="1424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783806" y="22477719"/>
            <a:ext cx="22702838" cy="10332416"/>
          </a:xfrm>
        </p:spPr>
        <p:txBody>
          <a:bodyPr/>
          <a:lstStyle>
            <a:lvl1pPr marL="0" indent="0" algn="ctr">
              <a:buNone/>
              <a:defRPr sz="569"/>
            </a:lvl1pPr>
            <a:lvl2pPr marL="108496" indent="0" algn="ctr">
              <a:buNone/>
              <a:defRPr sz="475"/>
            </a:lvl2pPr>
            <a:lvl3pPr marL="216992" indent="0" algn="ctr">
              <a:buNone/>
              <a:defRPr sz="428"/>
            </a:lvl3pPr>
            <a:lvl4pPr marL="325487" indent="0" algn="ctr">
              <a:buNone/>
              <a:defRPr sz="380"/>
            </a:lvl4pPr>
            <a:lvl5pPr marL="433983" indent="0" algn="ctr">
              <a:buNone/>
              <a:defRPr sz="380"/>
            </a:lvl5pPr>
            <a:lvl6pPr marL="542479" indent="0" algn="ctr">
              <a:buNone/>
              <a:defRPr sz="380"/>
            </a:lvl6pPr>
            <a:lvl7pPr marL="650975" indent="0" algn="ctr">
              <a:buNone/>
              <a:defRPr sz="380"/>
            </a:lvl7pPr>
            <a:lvl8pPr marL="759470" indent="0" algn="ctr">
              <a:buNone/>
              <a:defRPr sz="380"/>
            </a:lvl8pPr>
            <a:lvl9pPr marL="867966" indent="0" algn="ctr">
              <a:buNone/>
              <a:defRPr sz="38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9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91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65336" y="10669249"/>
            <a:ext cx="26108263" cy="17801870"/>
          </a:xfrm>
        </p:spPr>
        <p:txBody>
          <a:bodyPr anchor="b"/>
          <a:lstStyle>
            <a:lvl1pPr>
              <a:defRPr sz="1424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065336" y="28639536"/>
            <a:ext cx="26108263" cy="9361582"/>
          </a:xfrm>
        </p:spPr>
        <p:txBody>
          <a:bodyPr/>
          <a:lstStyle>
            <a:lvl1pPr marL="0" indent="0">
              <a:buNone/>
              <a:defRPr sz="569">
                <a:solidFill>
                  <a:schemeClr val="tx1">
                    <a:tint val="82000"/>
                  </a:schemeClr>
                </a:solidFill>
              </a:defRPr>
            </a:lvl1pPr>
            <a:lvl2pPr marL="108496" indent="0">
              <a:buNone/>
              <a:defRPr sz="475">
                <a:solidFill>
                  <a:schemeClr val="tx1">
                    <a:tint val="82000"/>
                  </a:schemeClr>
                </a:solidFill>
              </a:defRPr>
            </a:lvl2pPr>
            <a:lvl3pPr marL="216992" indent="0">
              <a:buNone/>
              <a:defRPr sz="428">
                <a:solidFill>
                  <a:schemeClr val="tx1">
                    <a:tint val="82000"/>
                  </a:schemeClr>
                </a:solidFill>
              </a:defRPr>
            </a:lvl3pPr>
            <a:lvl4pPr marL="325487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4pPr>
            <a:lvl5pPr marL="433983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5pPr>
            <a:lvl6pPr marL="542479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6pPr>
            <a:lvl7pPr marL="650975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7pPr>
            <a:lvl8pPr marL="759470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8pPr>
            <a:lvl9pPr marL="867966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2081096" y="11392409"/>
            <a:ext cx="12864941" cy="2715355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15324418" y="11392409"/>
            <a:ext cx="12864941" cy="2715355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8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85044" y="2278487"/>
            <a:ext cx="26108263" cy="827188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085040" y="10490928"/>
            <a:ext cx="12805817" cy="5141438"/>
          </a:xfrm>
        </p:spPr>
        <p:txBody>
          <a:bodyPr anchor="b"/>
          <a:lstStyle>
            <a:lvl1pPr marL="0" indent="0">
              <a:buNone/>
              <a:defRPr sz="569" b="1"/>
            </a:lvl1pPr>
            <a:lvl2pPr marL="108496" indent="0">
              <a:buNone/>
              <a:defRPr sz="475" b="1"/>
            </a:lvl2pPr>
            <a:lvl3pPr marL="216992" indent="0">
              <a:buNone/>
              <a:defRPr sz="428" b="1"/>
            </a:lvl3pPr>
            <a:lvl4pPr marL="325487" indent="0">
              <a:buNone/>
              <a:defRPr sz="380" b="1"/>
            </a:lvl4pPr>
            <a:lvl5pPr marL="433983" indent="0">
              <a:buNone/>
              <a:defRPr sz="380" b="1"/>
            </a:lvl5pPr>
            <a:lvl6pPr marL="542479" indent="0">
              <a:buNone/>
              <a:defRPr sz="380" b="1"/>
            </a:lvl6pPr>
            <a:lvl7pPr marL="650975" indent="0">
              <a:buNone/>
              <a:defRPr sz="380" b="1"/>
            </a:lvl7pPr>
            <a:lvl8pPr marL="759470" indent="0">
              <a:buNone/>
              <a:defRPr sz="380" b="1"/>
            </a:lvl8pPr>
            <a:lvl9pPr marL="867966" indent="0">
              <a:buNone/>
              <a:defRPr sz="38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2085040" y="15632368"/>
            <a:ext cx="12805817" cy="22992853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15324424" y="10490928"/>
            <a:ext cx="12868883" cy="5141438"/>
          </a:xfrm>
        </p:spPr>
        <p:txBody>
          <a:bodyPr anchor="b"/>
          <a:lstStyle>
            <a:lvl1pPr marL="0" indent="0">
              <a:buNone/>
              <a:defRPr sz="569" b="1"/>
            </a:lvl1pPr>
            <a:lvl2pPr marL="108496" indent="0">
              <a:buNone/>
              <a:defRPr sz="475" b="1"/>
            </a:lvl2pPr>
            <a:lvl3pPr marL="216992" indent="0">
              <a:buNone/>
              <a:defRPr sz="428" b="1"/>
            </a:lvl3pPr>
            <a:lvl4pPr marL="325487" indent="0">
              <a:buNone/>
              <a:defRPr sz="380" b="1"/>
            </a:lvl4pPr>
            <a:lvl5pPr marL="433983" indent="0">
              <a:buNone/>
              <a:defRPr sz="380" b="1"/>
            </a:lvl5pPr>
            <a:lvl6pPr marL="542479" indent="0">
              <a:buNone/>
              <a:defRPr sz="380" b="1"/>
            </a:lvl6pPr>
            <a:lvl7pPr marL="650975" indent="0">
              <a:buNone/>
              <a:defRPr sz="380" b="1"/>
            </a:lvl7pPr>
            <a:lvl8pPr marL="759470" indent="0">
              <a:buNone/>
              <a:defRPr sz="380" b="1"/>
            </a:lvl8pPr>
            <a:lvl9pPr marL="867966" indent="0">
              <a:buNone/>
              <a:defRPr sz="38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15324424" y="15632368"/>
            <a:ext cx="12868883" cy="22992853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3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8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85044" y="2853055"/>
            <a:ext cx="9763006" cy="9985693"/>
          </a:xfrm>
        </p:spPr>
        <p:txBody>
          <a:bodyPr anchor="b"/>
          <a:lstStyle>
            <a:lvl1pPr>
              <a:defRPr sz="76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2868889" y="6161810"/>
            <a:ext cx="15324418" cy="30412775"/>
          </a:xfrm>
        </p:spPr>
        <p:txBody>
          <a:bodyPr/>
          <a:lstStyle>
            <a:lvl1pPr>
              <a:defRPr sz="760"/>
            </a:lvl1pPr>
            <a:lvl2pPr>
              <a:defRPr sz="665"/>
            </a:lvl2pPr>
            <a:lvl3pPr>
              <a:defRPr sz="569"/>
            </a:lvl3pPr>
            <a:lvl4pPr>
              <a:defRPr sz="475"/>
            </a:lvl4pPr>
            <a:lvl5pPr>
              <a:defRPr sz="475"/>
            </a:lvl5pPr>
            <a:lvl6pPr>
              <a:defRPr sz="475"/>
            </a:lvl6pPr>
            <a:lvl7pPr>
              <a:defRPr sz="475"/>
            </a:lvl7pPr>
            <a:lvl8pPr>
              <a:defRPr sz="475"/>
            </a:lvl8pPr>
            <a:lvl9pPr>
              <a:defRPr sz="475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085044" y="12838750"/>
            <a:ext cx="9763006" cy="23785366"/>
          </a:xfrm>
        </p:spPr>
        <p:txBody>
          <a:bodyPr/>
          <a:lstStyle>
            <a:lvl1pPr marL="0" indent="0">
              <a:buNone/>
              <a:defRPr sz="380"/>
            </a:lvl1pPr>
            <a:lvl2pPr marL="108496" indent="0">
              <a:buNone/>
              <a:defRPr sz="332"/>
            </a:lvl2pPr>
            <a:lvl3pPr marL="216992" indent="0">
              <a:buNone/>
              <a:defRPr sz="285"/>
            </a:lvl3pPr>
            <a:lvl4pPr marL="325487" indent="0">
              <a:buNone/>
              <a:defRPr sz="238"/>
            </a:lvl4pPr>
            <a:lvl5pPr marL="433983" indent="0">
              <a:buNone/>
              <a:defRPr sz="238"/>
            </a:lvl5pPr>
            <a:lvl6pPr marL="542479" indent="0">
              <a:buNone/>
              <a:defRPr sz="238"/>
            </a:lvl6pPr>
            <a:lvl7pPr marL="650975" indent="0">
              <a:buNone/>
              <a:defRPr sz="238"/>
            </a:lvl7pPr>
            <a:lvl8pPr marL="759470" indent="0">
              <a:buNone/>
              <a:defRPr sz="238"/>
            </a:lvl8pPr>
            <a:lvl9pPr marL="867966" indent="0">
              <a:buNone/>
              <a:defRPr sz="238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8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85044" y="2853055"/>
            <a:ext cx="9763006" cy="9985693"/>
          </a:xfrm>
        </p:spPr>
        <p:txBody>
          <a:bodyPr anchor="b"/>
          <a:lstStyle>
            <a:lvl1pPr>
              <a:defRPr sz="76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2868889" y="6161810"/>
            <a:ext cx="15324418" cy="30412775"/>
          </a:xfrm>
        </p:spPr>
        <p:txBody>
          <a:bodyPr/>
          <a:lstStyle>
            <a:lvl1pPr marL="0" indent="0">
              <a:buNone/>
              <a:defRPr sz="760"/>
            </a:lvl1pPr>
            <a:lvl2pPr marL="108496" indent="0">
              <a:buNone/>
              <a:defRPr sz="665"/>
            </a:lvl2pPr>
            <a:lvl3pPr marL="216992" indent="0">
              <a:buNone/>
              <a:defRPr sz="569"/>
            </a:lvl3pPr>
            <a:lvl4pPr marL="325487" indent="0">
              <a:buNone/>
              <a:defRPr sz="475"/>
            </a:lvl4pPr>
            <a:lvl5pPr marL="433983" indent="0">
              <a:buNone/>
              <a:defRPr sz="475"/>
            </a:lvl5pPr>
            <a:lvl6pPr marL="542479" indent="0">
              <a:buNone/>
              <a:defRPr sz="475"/>
            </a:lvl6pPr>
            <a:lvl7pPr marL="650975" indent="0">
              <a:buNone/>
              <a:defRPr sz="475"/>
            </a:lvl7pPr>
            <a:lvl8pPr marL="759470" indent="0">
              <a:buNone/>
              <a:defRPr sz="475"/>
            </a:lvl8pPr>
            <a:lvl9pPr marL="867966" indent="0">
              <a:buNone/>
              <a:defRPr sz="475"/>
            </a:lvl9pPr>
          </a:lstStyle>
          <a:p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085044" y="12838750"/>
            <a:ext cx="9763006" cy="23785366"/>
          </a:xfrm>
        </p:spPr>
        <p:txBody>
          <a:bodyPr/>
          <a:lstStyle>
            <a:lvl1pPr marL="0" indent="0">
              <a:buNone/>
              <a:defRPr sz="380"/>
            </a:lvl1pPr>
            <a:lvl2pPr marL="108496" indent="0">
              <a:buNone/>
              <a:defRPr sz="332"/>
            </a:lvl2pPr>
            <a:lvl3pPr marL="216992" indent="0">
              <a:buNone/>
              <a:defRPr sz="285"/>
            </a:lvl3pPr>
            <a:lvl4pPr marL="325487" indent="0">
              <a:buNone/>
              <a:defRPr sz="238"/>
            </a:lvl4pPr>
            <a:lvl5pPr marL="433983" indent="0">
              <a:buNone/>
              <a:defRPr sz="238"/>
            </a:lvl5pPr>
            <a:lvl6pPr marL="542479" indent="0">
              <a:buNone/>
              <a:defRPr sz="238"/>
            </a:lvl6pPr>
            <a:lvl7pPr marL="650975" indent="0">
              <a:buNone/>
              <a:defRPr sz="238"/>
            </a:lvl7pPr>
            <a:lvl8pPr marL="759470" indent="0">
              <a:buNone/>
              <a:defRPr sz="238"/>
            </a:lvl8pPr>
            <a:lvl9pPr marL="867966" indent="0">
              <a:buNone/>
              <a:defRPr sz="238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9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21662294" y="2278487"/>
            <a:ext cx="6527065" cy="36267482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2081096" y="2278487"/>
            <a:ext cx="19202818" cy="36267482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119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68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081098" y="2278487"/>
            <a:ext cx="26108263" cy="8271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081098" y="11392409"/>
            <a:ext cx="26108263" cy="27153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2081096" y="39665404"/>
            <a:ext cx="6810851" cy="227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3BDC-9EAE-49FE-9892-958C9F845175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10027091" y="39665404"/>
            <a:ext cx="10216277" cy="227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21378508" y="39665404"/>
            <a:ext cx="6810851" cy="227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54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679" y="0"/>
            <a:ext cx="30233600" cy="4388306"/>
          </a:xfrm>
          <a:prstGeom prst="rect">
            <a:avLst/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3" name="Shape 1"/>
          <p:cNvSpPr/>
          <p:nvPr/>
        </p:nvSpPr>
        <p:spPr>
          <a:xfrm>
            <a:off x="18679" y="4223745"/>
            <a:ext cx="30233600" cy="164561"/>
          </a:xfrm>
          <a:prstGeom prst="rect">
            <a:avLst/>
          </a:prstGeom>
          <a:solidFill>
            <a:srgbClr val="00A6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4" name="Text 2"/>
          <p:cNvSpPr/>
          <p:nvPr/>
        </p:nvSpPr>
        <p:spPr>
          <a:xfrm>
            <a:off x="750063" y="438830"/>
            <a:ext cx="24684222" cy="548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AE4ASM527  ·  Spatial AI in Industrial Automation  ·  TU Delft ASM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0063" y="987368"/>
            <a:ext cx="24684222" cy="1938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9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Drawing Robot</a:t>
            </a:r>
            <a:endParaRPr lang="en-US" sz="10798" dirty="0"/>
          </a:p>
        </p:txBody>
      </p:sp>
      <p:sp>
        <p:nvSpPr>
          <p:cNvPr id="6" name="Text 4"/>
          <p:cNvSpPr/>
          <p:nvPr/>
        </p:nvSpPr>
        <p:spPr>
          <a:xfrm>
            <a:off x="750063" y="2815830"/>
            <a:ext cx="19198839" cy="731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pattern detection and reproduction using ROS2, computer vision, and robotic arm control on the Mirte Master 2 platform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0063" y="3620352"/>
            <a:ext cx="19198839" cy="47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·  Mirte Master Robot 2  ·  SAM XL Symposium, June 11,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17131" y="1170215"/>
            <a:ext cx="4296883" cy="1005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39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TUDelft</a:t>
            </a:r>
            <a:endParaRPr lang="en-US" sz="4399" dirty="0"/>
          </a:p>
        </p:txBody>
      </p:sp>
      <p:sp>
        <p:nvSpPr>
          <p:cNvPr id="9" name="Shape 7"/>
          <p:cNvSpPr/>
          <p:nvPr/>
        </p:nvSpPr>
        <p:spPr>
          <a:xfrm>
            <a:off x="26988477" y="2468422"/>
            <a:ext cx="2925537" cy="493684"/>
          </a:xfrm>
          <a:prstGeom prst="roundRect">
            <a:avLst>
              <a:gd name="adj" fmla="val 14815"/>
            </a:avLst>
          </a:prstGeom>
          <a:solidFill>
            <a:srgbClr val="00A6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0" name="Text 8"/>
          <p:cNvSpPr/>
          <p:nvPr/>
        </p:nvSpPr>
        <p:spPr>
          <a:xfrm>
            <a:off x="26988477" y="2468422"/>
            <a:ext cx="2925537" cy="493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AI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640" y="4708287"/>
            <a:ext cx="6977864" cy="3016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00A6D6"/>
            </a:solidFill>
            <a:prstDash val="solid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12" name="Shape 10"/>
          <p:cNvSpPr/>
          <p:nvPr/>
        </p:nvSpPr>
        <p:spPr>
          <a:xfrm>
            <a:off x="1006048" y="5275109"/>
            <a:ext cx="959942" cy="959942"/>
          </a:xfrm>
          <a:prstGeom prst="ellipse">
            <a:avLst/>
          </a:prstGeom>
          <a:solidFill>
            <a:srgbClr val="00A6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" name="Text 11"/>
          <p:cNvSpPr/>
          <p:nvPr/>
        </p:nvSpPr>
        <p:spPr>
          <a:xfrm>
            <a:off x="1006048" y="5275109"/>
            <a:ext cx="959942" cy="959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9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599" dirty="0"/>
          </a:p>
        </p:txBody>
      </p:sp>
      <p:sp>
        <p:nvSpPr>
          <p:cNvPr id="14" name="Text 12"/>
          <p:cNvSpPr/>
          <p:nvPr/>
        </p:nvSpPr>
        <p:spPr>
          <a:xfrm>
            <a:off x="2103124" y="5311679"/>
            <a:ext cx="5277395" cy="60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whiteboard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03124" y="5988209"/>
            <a:ext cx="5277395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detection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03124" y="6481894"/>
            <a:ext cx="5277395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LiDAR approach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36504" y="6216767"/>
            <a:ext cx="347408" cy="0"/>
          </a:xfrm>
          <a:prstGeom prst="line">
            <a:avLst/>
          </a:prstGeom>
          <a:noFill/>
          <a:ln w="31750">
            <a:solidFill>
              <a:srgbClr val="00A6D6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18" name="Shape 16"/>
          <p:cNvSpPr/>
          <p:nvPr/>
        </p:nvSpPr>
        <p:spPr>
          <a:xfrm>
            <a:off x="7983911" y="4708287"/>
            <a:ext cx="6977864" cy="3016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0088BB"/>
            </a:solidFill>
            <a:prstDash val="solid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19" name="Shape 17"/>
          <p:cNvSpPr/>
          <p:nvPr/>
        </p:nvSpPr>
        <p:spPr>
          <a:xfrm>
            <a:off x="8331319" y="5275109"/>
            <a:ext cx="959942" cy="959942"/>
          </a:xfrm>
          <a:prstGeom prst="ellipse">
            <a:avLst/>
          </a:prstGeom>
          <a:solidFill>
            <a:srgbClr val="0088B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20" name="Text 18"/>
          <p:cNvSpPr/>
          <p:nvPr/>
        </p:nvSpPr>
        <p:spPr>
          <a:xfrm>
            <a:off x="8331319" y="5275109"/>
            <a:ext cx="959942" cy="959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9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599" dirty="0"/>
          </a:p>
        </p:txBody>
      </p:sp>
      <p:sp>
        <p:nvSpPr>
          <p:cNvPr id="21" name="Text 19"/>
          <p:cNvSpPr/>
          <p:nvPr/>
        </p:nvSpPr>
        <p:spPr>
          <a:xfrm>
            <a:off x="9428396" y="5311679"/>
            <a:ext cx="5277395" cy="60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pattern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28396" y="5988209"/>
            <a:ext cx="5277395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via Roboflow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28396" y="6481894"/>
            <a:ext cx="5277395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API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961775" y="6216767"/>
            <a:ext cx="347408" cy="0"/>
          </a:xfrm>
          <a:prstGeom prst="line">
            <a:avLst/>
          </a:prstGeom>
          <a:noFill/>
          <a:ln w="31750">
            <a:solidFill>
              <a:srgbClr val="0088BB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25" name="Shape 23"/>
          <p:cNvSpPr/>
          <p:nvPr/>
        </p:nvSpPr>
        <p:spPr>
          <a:xfrm>
            <a:off x="15309183" y="4708287"/>
            <a:ext cx="6977864" cy="3016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F0A040"/>
            </a:solidFill>
            <a:prstDash val="solid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26" name="Shape 24"/>
          <p:cNvSpPr/>
          <p:nvPr/>
        </p:nvSpPr>
        <p:spPr>
          <a:xfrm>
            <a:off x="15656590" y="5275109"/>
            <a:ext cx="959942" cy="959942"/>
          </a:xfrm>
          <a:prstGeom prst="ellipse">
            <a:avLst/>
          </a:prstGeom>
          <a:solidFill>
            <a:srgbClr val="F0A0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27" name="Text 25"/>
          <p:cNvSpPr/>
          <p:nvPr/>
        </p:nvSpPr>
        <p:spPr>
          <a:xfrm>
            <a:off x="15656590" y="5275109"/>
            <a:ext cx="959942" cy="959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9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599" dirty="0"/>
          </a:p>
        </p:txBody>
      </p:sp>
      <p:sp>
        <p:nvSpPr>
          <p:cNvPr id="28" name="Text 26"/>
          <p:cNvSpPr/>
          <p:nvPr/>
        </p:nvSpPr>
        <p:spPr>
          <a:xfrm>
            <a:off x="16753667" y="5311679"/>
            <a:ext cx="5277395" cy="60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6753667" y="5988209"/>
            <a:ext cx="5277395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to sandbox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753667" y="6481894"/>
            <a:ext cx="5277395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(Nav2 / fixed MVP)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2287046" y="6216767"/>
            <a:ext cx="347408" cy="0"/>
          </a:xfrm>
          <a:prstGeom prst="line">
            <a:avLst/>
          </a:prstGeom>
          <a:noFill/>
          <a:ln w="31750">
            <a:solidFill>
              <a:srgbClr val="F0A040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32" name="Shape 30"/>
          <p:cNvSpPr/>
          <p:nvPr/>
        </p:nvSpPr>
        <p:spPr>
          <a:xfrm>
            <a:off x="22634454" y="4708287"/>
            <a:ext cx="6977864" cy="3016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F60A3"/>
            </a:solidFill>
            <a:prstDash val="solid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33" name="Shape 31"/>
          <p:cNvSpPr/>
          <p:nvPr/>
        </p:nvSpPr>
        <p:spPr>
          <a:xfrm>
            <a:off x="22981862" y="5275109"/>
            <a:ext cx="959942" cy="959942"/>
          </a:xfrm>
          <a:prstGeom prst="ellipse">
            <a:avLst/>
          </a:prstGeom>
          <a:solidFill>
            <a:srgbClr val="EF60A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34" name="Text 32"/>
          <p:cNvSpPr/>
          <p:nvPr/>
        </p:nvSpPr>
        <p:spPr>
          <a:xfrm>
            <a:off x="22981862" y="5275109"/>
            <a:ext cx="959942" cy="959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9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599" dirty="0"/>
          </a:p>
        </p:txBody>
      </p:sp>
      <p:sp>
        <p:nvSpPr>
          <p:cNvPr id="35" name="Text 33"/>
          <p:cNvSpPr/>
          <p:nvPr/>
        </p:nvSpPr>
        <p:spPr>
          <a:xfrm>
            <a:off x="24078938" y="5311679"/>
            <a:ext cx="5277395" cy="60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in sand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4078938" y="5988209"/>
            <a:ext cx="5277395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IK + probing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4078938" y="6481894"/>
            <a:ext cx="5277395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single-stroke font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58640" y="8045228"/>
            <a:ext cx="9873689" cy="4753998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39" name="Text 37"/>
          <p:cNvSpPr/>
          <p:nvPr/>
        </p:nvSpPr>
        <p:spPr>
          <a:xfrm>
            <a:off x="932909" y="8209789"/>
            <a:ext cx="9325150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32909" y="8694331"/>
            <a:ext cx="914230" cy="0"/>
          </a:xfrm>
          <a:prstGeom prst="line">
            <a:avLst/>
          </a:prstGeom>
          <a:noFill/>
          <a:ln w="3175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41" name="Text 39"/>
          <p:cNvSpPr/>
          <p:nvPr/>
        </p:nvSpPr>
        <p:spPr>
          <a:xfrm>
            <a:off x="932909" y="8831466"/>
            <a:ext cx="9325150" cy="159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robots must perceive, interpret, and reproduce physical patterns without human intervention. The Mirte Master 2 must locate a whiteboard in an unknown environment, read text via OCR, navigate to a sandbox, and draw in sand — fully autonomously.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32909" y="10513650"/>
            <a:ext cx="9325150" cy="1097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integrates four modules: mapping &amp; localization, task planning, object detection &amp; OCR, and gripper control — all coordinated via a central ROS2 state machine.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932909" y="11747861"/>
            <a:ext cx="1782749" cy="393119"/>
          </a:xfrm>
          <a:prstGeom prst="roundRect">
            <a:avLst>
              <a:gd name="adj" fmla="val 27907"/>
            </a:avLst>
          </a:prstGeom>
          <a:solidFill>
            <a:srgbClr val="EBF4FA"/>
          </a:solidFill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44" name="Text 42"/>
          <p:cNvSpPr/>
          <p:nvPr/>
        </p:nvSpPr>
        <p:spPr>
          <a:xfrm>
            <a:off x="932909" y="11747861"/>
            <a:ext cx="1782749" cy="393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Humble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852793" y="11747861"/>
            <a:ext cx="1782749" cy="393119"/>
          </a:xfrm>
          <a:prstGeom prst="roundRect">
            <a:avLst>
              <a:gd name="adj" fmla="val 27907"/>
            </a:avLst>
          </a:prstGeom>
          <a:solidFill>
            <a:srgbClr val="EBF4FA"/>
          </a:solidFill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46" name="Text 44"/>
          <p:cNvSpPr/>
          <p:nvPr/>
        </p:nvSpPr>
        <p:spPr>
          <a:xfrm>
            <a:off x="2852793" y="11747861"/>
            <a:ext cx="1782749" cy="393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772677" y="11747861"/>
            <a:ext cx="1782749" cy="393119"/>
          </a:xfrm>
          <a:prstGeom prst="roundRect">
            <a:avLst>
              <a:gd name="adj" fmla="val 27907"/>
            </a:avLst>
          </a:prstGeom>
          <a:solidFill>
            <a:srgbClr val="EBF4FA"/>
          </a:solidFill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48" name="Text 46"/>
          <p:cNvSpPr/>
          <p:nvPr/>
        </p:nvSpPr>
        <p:spPr>
          <a:xfrm>
            <a:off x="4772677" y="11747861"/>
            <a:ext cx="1782749" cy="393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692561" y="11747861"/>
            <a:ext cx="1782749" cy="393119"/>
          </a:xfrm>
          <a:prstGeom prst="roundRect">
            <a:avLst>
              <a:gd name="adj" fmla="val 27907"/>
            </a:avLst>
          </a:prstGeom>
          <a:solidFill>
            <a:srgbClr val="EBF4FA"/>
          </a:solidFill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50" name="Text 48"/>
          <p:cNvSpPr/>
          <p:nvPr/>
        </p:nvSpPr>
        <p:spPr>
          <a:xfrm>
            <a:off x="6692561" y="11747861"/>
            <a:ext cx="1782749" cy="393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32909" y="12268972"/>
            <a:ext cx="1782749" cy="393119"/>
          </a:xfrm>
          <a:prstGeom prst="roundRect">
            <a:avLst>
              <a:gd name="adj" fmla="val 27907"/>
            </a:avLst>
          </a:prstGeom>
          <a:solidFill>
            <a:srgbClr val="EBF4FA"/>
          </a:solidFill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52" name="Text 50"/>
          <p:cNvSpPr/>
          <p:nvPr/>
        </p:nvSpPr>
        <p:spPr>
          <a:xfrm>
            <a:off x="932909" y="12268972"/>
            <a:ext cx="1782749" cy="393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2-link IK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852793" y="12268972"/>
            <a:ext cx="1782749" cy="393119"/>
          </a:xfrm>
          <a:prstGeom prst="roundRect">
            <a:avLst>
              <a:gd name="adj" fmla="val 27907"/>
            </a:avLst>
          </a:prstGeom>
          <a:solidFill>
            <a:srgbClr val="EBF4FA"/>
          </a:solidFill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54" name="Text 52"/>
          <p:cNvSpPr/>
          <p:nvPr/>
        </p:nvSpPr>
        <p:spPr>
          <a:xfrm>
            <a:off x="2852793" y="12268972"/>
            <a:ext cx="1782749" cy="393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772677" y="12268972"/>
            <a:ext cx="1782749" cy="393119"/>
          </a:xfrm>
          <a:prstGeom prst="roundRect">
            <a:avLst>
              <a:gd name="adj" fmla="val 27907"/>
            </a:avLst>
          </a:prstGeom>
          <a:solidFill>
            <a:srgbClr val="EBF4FA"/>
          </a:solidFill>
          <a:ln w="1270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56" name="Text 54"/>
          <p:cNvSpPr/>
          <p:nvPr/>
        </p:nvSpPr>
        <p:spPr>
          <a:xfrm>
            <a:off x="4772677" y="12268972"/>
            <a:ext cx="1782749" cy="393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8640" y="13183203"/>
            <a:ext cx="9873689" cy="4388306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58" name="Text 56"/>
          <p:cNvSpPr/>
          <p:nvPr/>
        </p:nvSpPr>
        <p:spPr>
          <a:xfrm>
            <a:off x="932909" y="13347764"/>
            <a:ext cx="9325150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932909" y="13832306"/>
            <a:ext cx="914230" cy="0"/>
          </a:xfrm>
          <a:prstGeom prst="line">
            <a:avLst/>
          </a:prstGeom>
          <a:noFill/>
          <a:ln w="3175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60" name="Text 58"/>
          <p:cNvSpPr/>
          <p:nvPr/>
        </p:nvSpPr>
        <p:spPr>
          <a:xfrm>
            <a:off x="932909" y="13932871"/>
            <a:ext cx="9325150" cy="47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StateManager orchestrates all phases.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32909" y="14572833"/>
            <a:ext cx="1401820" cy="1599903"/>
          </a:xfrm>
          <a:prstGeom prst="roundRect">
            <a:avLst>
              <a:gd name="adj" fmla="val 5217"/>
            </a:avLst>
          </a:prstGeom>
          <a:solidFill>
            <a:srgbClr val="0C2340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62" name="Text 60"/>
          <p:cNvSpPr/>
          <p:nvPr/>
        </p:nvSpPr>
        <p:spPr>
          <a:xfrm>
            <a:off x="932909" y="14572833"/>
            <a:ext cx="1401820" cy="159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2334729" y="15372785"/>
            <a:ext cx="182846" cy="0"/>
          </a:xfrm>
          <a:prstGeom prst="line">
            <a:avLst/>
          </a:prstGeom>
          <a:noFill/>
          <a:ln w="22860">
            <a:solidFill>
              <a:srgbClr val="00A6D6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64" name="Shape 62"/>
          <p:cNvSpPr/>
          <p:nvPr/>
        </p:nvSpPr>
        <p:spPr>
          <a:xfrm>
            <a:off x="2517575" y="14572833"/>
            <a:ext cx="1401820" cy="1599903"/>
          </a:xfrm>
          <a:prstGeom prst="roundRect">
            <a:avLst>
              <a:gd name="adj" fmla="val 5217"/>
            </a:avLst>
          </a:prstGeom>
          <a:solidFill>
            <a:srgbClr val="0C2340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65" name="Text 63"/>
          <p:cNvSpPr/>
          <p:nvPr/>
        </p:nvSpPr>
        <p:spPr>
          <a:xfrm>
            <a:off x="2517575" y="14572833"/>
            <a:ext cx="1401820" cy="159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3919395" y="15372785"/>
            <a:ext cx="182846" cy="0"/>
          </a:xfrm>
          <a:prstGeom prst="line">
            <a:avLst/>
          </a:prstGeom>
          <a:noFill/>
          <a:ln w="22860">
            <a:solidFill>
              <a:srgbClr val="00A6D6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67" name="Shape 65"/>
          <p:cNvSpPr/>
          <p:nvPr/>
        </p:nvSpPr>
        <p:spPr>
          <a:xfrm>
            <a:off x="4102241" y="14572833"/>
            <a:ext cx="1401820" cy="1599903"/>
          </a:xfrm>
          <a:prstGeom prst="roundRect">
            <a:avLst>
              <a:gd name="adj" fmla="val 5217"/>
            </a:avLst>
          </a:prstGeom>
          <a:solidFill>
            <a:srgbClr val="0C2340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68" name="Text 66"/>
          <p:cNvSpPr/>
          <p:nvPr/>
        </p:nvSpPr>
        <p:spPr>
          <a:xfrm>
            <a:off x="4102241" y="14572833"/>
            <a:ext cx="1401820" cy="159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PATT.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5504061" y="15372785"/>
            <a:ext cx="182846" cy="0"/>
          </a:xfrm>
          <a:prstGeom prst="line">
            <a:avLst/>
          </a:prstGeom>
          <a:noFill/>
          <a:ln w="22860">
            <a:solidFill>
              <a:srgbClr val="00A6D6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70" name="Shape 68"/>
          <p:cNvSpPr/>
          <p:nvPr/>
        </p:nvSpPr>
        <p:spPr>
          <a:xfrm>
            <a:off x="5686907" y="14572833"/>
            <a:ext cx="1401820" cy="1599903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F60A3"/>
            </a:solidFill>
            <a:prstDash val="dash"/>
          </a:ln>
        </p:spPr>
        <p:txBody>
          <a:bodyPr/>
          <a:lstStyle/>
          <a:p>
            <a:endParaRPr lang="nl-NL" sz="1800"/>
          </a:p>
        </p:txBody>
      </p:sp>
      <p:sp>
        <p:nvSpPr>
          <p:cNvPr id="71" name="Text 69"/>
          <p:cNvSpPr/>
          <p:nvPr/>
        </p:nvSpPr>
        <p:spPr>
          <a:xfrm>
            <a:off x="5686907" y="14572833"/>
            <a:ext cx="1401820" cy="159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6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F6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SBOX.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7088727" y="15372785"/>
            <a:ext cx="182846" cy="0"/>
          </a:xfrm>
          <a:prstGeom prst="line">
            <a:avLst/>
          </a:prstGeom>
          <a:noFill/>
          <a:ln w="22860">
            <a:solidFill>
              <a:srgbClr val="00A6D6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73" name="Shape 71"/>
          <p:cNvSpPr/>
          <p:nvPr/>
        </p:nvSpPr>
        <p:spPr>
          <a:xfrm>
            <a:off x="7271574" y="14572833"/>
            <a:ext cx="1401820" cy="1599903"/>
          </a:xfrm>
          <a:prstGeom prst="roundRect">
            <a:avLst>
              <a:gd name="adj" fmla="val 5217"/>
            </a:avLst>
          </a:prstGeom>
          <a:solidFill>
            <a:srgbClr val="0C2340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74" name="Text 72"/>
          <p:cNvSpPr/>
          <p:nvPr/>
        </p:nvSpPr>
        <p:spPr>
          <a:xfrm>
            <a:off x="7271574" y="14572833"/>
            <a:ext cx="1401820" cy="159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PATT.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8673394" y="15372785"/>
            <a:ext cx="182846" cy="0"/>
          </a:xfrm>
          <a:prstGeom prst="line">
            <a:avLst/>
          </a:prstGeom>
          <a:noFill/>
          <a:ln w="22860">
            <a:solidFill>
              <a:srgbClr val="00A6D6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76" name="Shape 74"/>
          <p:cNvSpPr/>
          <p:nvPr/>
        </p:nvSpPr>
        <p:spPr>
          <a:xfrm>
            <a:off x="8856240" y="14572833"/>
            <a:ext cx="1401820" cy="1599903"/>
          </a:xfrm>
          <a:prstGeom prst="roundRect">
            <a:avLst>
              <a:gd name="adj" fmla="val 5217"/>
            </a:avLst>
          </a:prstGeom>
          <a:solidFill>
            <a:srgbClr val="00A6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77" name="Text 75"/>
          <p:cNvSpPr/>
          <p:nvPr/>
        </p:nvSpPr>
        <p:spPr>
          <a:xfrm>
            <a:off x="8856240" y="14572833"/>
            <a:ext cx="1401820" cy="159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932909" y="16355582"/>
            <a:ext cx="932515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/state_change  ·  /robot_state every 0.5 s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658640" y="17955486"/>
            <a:ext cx="9873689" cy="5028267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80" name="Text 78"/>
          <p:cNvSpPr/>
          <p:nvPr/>
        </p:nvSpPr>
        <p:spPr>
          <a:xfrm>
            <a:off x="932909" y="18120047"/>
            <a:ext cx="9325150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Kinematics — 2-link analytical</a:t>
            </a:r>
            <a:endParaRPr lang="en-US" sz="2100" dirty="0"/>
          </a:p>
        </p:txBody>
      </p:sp>
      <p:sp>
        <p:nvSpPr>
          <p:cNvPr id="81" name="Shape 79"/>
          <p:cNvSpPr/>
          <p:nvPr/>
        </p:nvSpPr>
        <p:spPr>
          <a:xfrm>
            <a:off x="932909" y="18604589"/>
            <a:ext cx="914230" cy="0"/>
          </a:xfrm>
          <a:prstGeom prst="line">
            <a:avLst/>
          </a:prstGeom>
          <a:noFill/>
          <a:ln w="3175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01" name="Shape 99"/>
          <p:cNvSpPr/>
          <p:nvPr/>
        </p:nvSpPr>
        <p:spPr>
          <a:xfrm>
            <a:off x="658640" y="23367730"/>
            <a:ext cx="9873689" cy="16456148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102" name="Text 100"/>
          <p:cNvSpPr/>
          <p:nvPr/>
        </p:nvSpPr>
        <p:spPr>
          <a:xfrm>
            <a:off x="932909" y="23532291"/>
            <a:ext cx="9325150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2100" dirty="0"/>
          </a:p>
        </p:txBody>
      </p:sp>
      <p:sp>
        <p:nvSpPr>
          <p:cNvPr id="103" name="Shape 101"/>
          <p:cNvSpPr/>
          <p:nvPr/>
        </p:nvSpPr>
        <p:spPr>
          <a:xfrm>
            <a:off x="932909" y="24016833"/>
            <a:ext cx="914230" cy="0"/>
          </a:xfrm>
          <a:prstGeom prst="line">
            <a:avLst/>
          </a:prstGeom>
          <a:noFill/>
          <a:ln w="3175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04" name="Shape 102"/>
          <p:cNvSpPr/>
          <p:nvPr/>
        </p:nvSpPr>
        <p:spPr>
          <a:xfrm>
            <a:off x="932909" y="24300244"/>
            <a:ext cx="109708" cy="2331288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05" name="Text 103"/>
          <p:cNvSpPr/>
          <p:nvPr/>
        </p:nvSpPr>
        <p:spPr>
          <a:xfrm>
            <a:off x="1152325" y="24190537"/>
            <a:ext cx="9105735" cy="566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for detection &amp; OCR</a:t>
            </a:r>
            <a:endParaRPr lang="en-US" sz="2200" dirty="0"/>
          </a:p>
        </p:txBody>
      </p:sp>
      <p:sp>
        <p:nvSpPr>
          <p:cNvPr id="106" name="Text 104"/>
          <p:cNvSpPr/>
          <p:nvPr/>
        </p:nvSpPr>
        <p:spPr>
          <a:xfrm>
            <a:off x="1152325" y="24757360"/>
            <a:ext cx="9105735" cy="155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ML inference for whiteboard detection and text OCR; handles variable lighting. Runs as a subprocess; the ROS node stages camera frames via atomic rename so inference never reads a half-written file.</a:t>
            </a:r>
            <a:endParaRPr lang="en-US" sz="2000" dirty="0"/>
          </a:p>
        </p:txBody>
      </p:sp>
      <p:sp>
        <p:nvSpPr>
          <p:cNvPr id="107" name="Shape 105"/>
          <p:cNvSpPr/>
          <p:nvPr/>
        </p:nvSpPr>
        <p:spPr>
          <a:xfrm>
            <a:off x="932909" y="27317205"/>
            <a:ext cx="109708" cy="2331288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08" name="Text 106"/>
          <p:cNvSpPr/>
          <p:nvPr/>
        </p:nvSpPr>
        <p:spPr>
          <a:xfrm>
            <a:off x="1152325" y="27207497"/>
            <a:ext cx="9105735" cy="566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frame write (.tmp → .jpg)</a:t>
            </a:r>
            <a:endParaRPr lang="en-US" sz="2200" dirty="0"/>
          </a:p>
        </p:txBody>
      </p:sp>
      <p:sp>
        <p:nvSpPr>
          <p:cNvPr id="109" name="Text 107"/>
          <p:cNvSpPr/>
          <p:nvPr/>
        </p:nvSpPr>
        <p:spPr>
          <a:xfrm>
            <a:off x="1152325" y="27774320"/>
            <a:ext cx="9105735" cy="155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race conditions between camera publisher and OCR subprocess via os.replace().</a:t>
            </a:r>
            <a:endParaRPr lang="en-US" sz="2000" dirty="0"/>
          </a:p>
        </p:txBody>
      </p:sp>
      <p:sp>
        <p:nvSpPr>
          <p:cNvPr id="110" name="Shape 108"/>
          <p:cNvSpPr/>
          <p:nvPr/>
        </p:nvSpPr>
        <p:spPr>
          <a:xfrm>
            <a:off x="932909" y="30334165"/>
            <a:ext cx="109708" cy="2331288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11" name="Text 109"/>
          <p:cNvSpPr/>
          <p:nvPr/>
        </p:nvSpPr>
        <p:spPr>
          <a:xfrm>
            <a:off x="1152325" y="30224458"/>
            <a:ext cx="9105735" cy="566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2-link IK</a:t>
            </a:r>
            <a:endParaRPr lang="en-US" sz="2200" dirty="0"/>
          </a:p>
        </p:txBody>
      </p:sp>
      <p:sp>
        <p:nvSpPr>
          <p:cNvPr id="112" name="Text 110"/>
          <p:cNvSpPr/>
          <p:nvPr/>
        </p:nvSpPr>
        <p:spPr>
          <a:xfrm>
            <a:off x="1152325" y="30791281"/>
            <a:ext cx="9105735" cy="155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closed-form solution: microsecond-level waypoint-to-joint-angle conversion, no iterative solver.</a:t>
            </a:r>
            <a:endParaRPr lang="en-US" sz="2000" dirty="0"/>
          </a:p>
        </p:txBody>
      </p:sp>
      <p:sp>
        <p:nvSpPr>
          <p:cNvPr id="113" name="Shape 111"/>
          <p:cNvSpPr/>
          <p:nvPr/>
        </p:nvSpPr>
        <p:spPr>
          <a:xfrm>
            <a:off x="932909" y="33351126"/>
            <a:ext cx="109708" cy="2331288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14" name="Text 112"/>
          <p:cNvSpPr/>
          <p:nvPr/>
        </p:nvSpPr>
        <p:spPr>
          <a:xfrm>
            <a:off x="1152325" y="33241418"/>
            <a:ext cx="9105735" cy="566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Effort-based sand probing</a:t>
            </a:r>
            <a:endParaRPr lang="en-US" sz="2200" dirty="0"/>
          </a:p>
        </p:txBody>
      </p:sp>
      <p:sp>
        <p:nvSpPr>
          <p:cNvPr id="115" name="Text 113"/>
          <p:cNvSpPr/>
          <p:nvPr/>
        </p:nvSpPr>
        <p:spPr>
          <a:xfrm>
            <a:off x="1152325" y="33808241"/>
            <a:ext cx="9105735" cy="155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descends in ~1 cm (0.01 m) z-steps; a joint-effort spike auto-calibrates the draw height per session. Disabled by default — a fixed draw height is used as fallback.</a:t>
            </a:r>
            <a:endParaRPr lang="en-US" sz="2000" dirty="0"/>
          </a:p>
        </p:txBody>
      </p:sp>
      <p:sp>
        <p:nvSpPr>
          <p:cNvPr id="116" name="Shape 114"/>
          <p:cNvSpPr/>
          <p:nvPr/>
        </p:nvSpPr>
        <p:spPr>
          <a:xfrm>
            <a:off x="932909" y="36368086"/>
            <a:ext cx="109708" cy="2331288"/>
          </a:xfrm>
          <a:prstGeom prst="roundRect">
            <a:avLst>
              <a:gd name="adj" fmla="val 50000"/>
            </a:avLst>
          </a:prstGeom>
          <a:solidFill>
            <a:srgbClr val="00A6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17" name="Text 115"/>
          <p:cNvSpPr/>
          <p:nvPr/>
        </p:nvSpPr>
        <p:spPr>
          <a:xfrm>
            <a:off x="1152325" y="36258379"/>
            <a:ext cx="9105735" cy="566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Single-stroke font (A–Z)</a:t>
            </a:r>
            <a:endParaRPr lang="en-US" sz="2200" dirty="0"/>
          </a:p>
        </p:txBody>
      </p:sp>
      <p:sp>
        <p:nvSpPr>
          <p:cNvPr id="118" name="Text 116"/>
          <p:cNvSpPr/>
          <p:nvPr/>
        </p:nvSpPr>
        <p:spPr>
          <a:xfrm>
            <a:off x="1152325" y="36825202"/>
            <a:ext cx="9105735" cy="155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normalized letterforms minimize pen-lift events and total arm travel distance.</a:t>
            </a:r>
            <a:endParaRPr lang="en-US" sz="2000" dirty="0"/>
          </a:p>
        </p:txBody>
      </p:sp>
      <p:sp>
        <p:nvSpPr>
          <p:cNvPr id="119" name="Shape 117"/>
          <p:cNvSpPr/>
          <p:nvPr/>
        </p:nvSpPr>
        <p:spPr>
          <a:xfrm>
            <a:off x="10898021" y="8045227"/>
            <a:ext cx="11290746" cy="11884996"/>
          </a:xfrm>
          <a:prstGeom prst="roundRect">
            <a:avLst>
              <a:gd name="adj" fmla="val 1134"/>
            </a:avLst>
          </a:prstGeom>
          <a:solidFill>
            <a:srgbClr val="FFFFFF"/>
          </a:solidFill>
          <a:ln w="9525">
            <a:solidFill>
              <a:srgbClr val="D0DDE8"/>
            </a:solidFill>
            <a:prstDash val="solid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120" name="Text 118"/>
          <p:cNvSpPr/>
          <p:nvPr/>
        </p:nvSpPr>
        <p:spPr>
          <a:xfrm>
            <a:off x="11172290" y="8209789"/>
            <a:ext cx="10742208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121" name="Shape 119"/>
          <p:cNvSpPr/>
          <p:nvPr/>
        </p:nvSpPr>
        <p:spPr>
          <a:xfrm>
            <a:off x="11172290" y="8694331"/>
            <a:ext cx="914230" cy="0"/>
          </a:xfrm>
          <a:prstGeom prst="line">
            <a:avLst/>
          </a:prstGeom>
          <a:noFill/>
          <a:ln w="3175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22" name="Text 120"/>
          <p:cNvSpPr/>
          <p:nvPr/>
        </p:nvSpPr>
        <p:spPr>
          <a:xfrm>
            <a:off x="11172290" y="8813181"/>
            <a:ext cx="10742208" cy="594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ROS2 nodes communicate via topics. Each self-activates based on the current phase.</a:t>
            </a:r>
            <a:endParaRPr lang="en-US" sz="2000" dirty="0"/>
          </a:p>
        </p:txBody>
      </p:sp>
      <p:sp>
        <p:nvSpPr>
          <p:cNvPr id="123" name="Shape 121"/>
          <p:cNvSpPr/>
          <p:nvPr/>
        </p:nvSpPr>
        <p:spPr>
          <a:xfrm>
            <a:off x="16543394" y="11446165"/>
            <a:ext cx="0" cy="658246"/>
          </a:xfrm>
          <a:prstGeom prst="line">
            <a:avLst/>
          </a:prstGeom>
          <a:noFill/>
          <a:ln w="31750">
            <a:solidFill>
              <a:srgbClr val="00A6D6"/>
            </a:solidFill>
            <a:prstDash val="dash"/>
          </a:ln>
        </p:spPr>
        <p:txBody>
          <a:bodyPr/>
          <a:lstStyle/>
          <a:p>
            <a:endParaRPr lang="nl-NL" sz="1800"/>
          </a:p>
        </p:txBody>
      </p:sp>
      <p:sp>
        <p:nvSpPr>
          <p:cNvPr id="124" name="Shape 122"/>
          <p:cNvSpPr/>
          <p:nvPr/>
        </p:nvSpPr>
        <p:spPr>
          <a:xfrm>
            <a:off x="12360790" y="12104411"/>
            <a:ext cx="8365208" cy="0"/>
          </a:xfrm>
          <a:prstGeom prst="line">
            <a:avLst/>
          </a:prstGeom>
          <a:noFill/>
          <a:ln w="31750">
            <a:solidFill>
              <a:srgbClr val="00A6D6"/>
            </a:solidFill>
            <a:prstDash val="dash"/>
          </a:ln>
        </p:spPr>
        <p:txBody>
          <a:bodyPr/>
          <a:lstStyle/>
          <a:p>
            <a:endParaRPr lang="nl-NL" sz="1800"/>
          </a:p>
        </p:txBody>
      </p:sp>
      <p:sp>
        <p:nvSpPr>
          <p:cNvPr id="125" name="Shape 123"/>
          <p:cNvSpPr/>
          <p:nvPr/>
        </p:nvSpPr>
        <p:spPr>
          <a:xfrm>
            <a:off x="12360790" y="12104411"/>
            <a:ext cx="0" cy="1261638"/>
          </a:xfrm>
          <a:prstGeom prst="line">
            <a:avLst/>
          </a:prstGeom>
          <a:noFill/>
          <a:ln w="31750">
            <a:solidFill>
              <a:srgbClr val="00A6D6"/>
            </a:solidFill>
            <a:prstDash val="dash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126" name="Shape 124"/>
          <p:cNvSpPr/>
          <p:nvPr/>
        </p:nvSpPr>
        <p:spPr>
          <a:xfrm>
            <a:off x="15149192" y="12104411"/>
            <a:ext cx="0" cy="1261638"/>
          </a:xfrm>
          <a:prstGeom prst="line">
            <a:avLst/>
          </a:prstGeom>
          <a:noFill/>
          <a:ln w="31750">
            <a:solidFill>
              <a:srgbClr val="00A6D6"/>
            </a:solidFill>
            <a:prstDash val="dash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127" name="Shape 125"/>
          <p:cNvSpPr/>
          <p:nvPr/>
        </p:nvSpPr>
        <p:spPr>
          <a:xfrm>
            <a:off x="17937595" y="12104411"/>
            <a:ext cx="0" cy="1261638"/>
          </a:xfrm>
          <a:prstGeom prst="line">
            <a:avLst/>
          </a:prstGeom>
          <a:noFill/>
          <a:ln w="31750">
            <a:solidFill>
              <a:srgbClr val="00A6D6"/>
            </a:solidFill>
            <a:prstDash val="dash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128" name="Shape 126"/>
          <p:cNvSpPr/>
          <p:nvPr/>
        </p:nvSpPr>
        <p:spPr>
          <a:xfrm>
            <a:off x="20725998" y="12104411"/>
            <a:ext cx="0" cy="1261638"/>
          </a:xfrm>
          <a:prstGeom prst="line">
            <a:avLst/>
          </a:prstGeom>
          <a:noFill/>
          <a:ln w="31750">
            <a:solidFill>
              <a:srgbClr val="00A6D6"/>
            </a:solidFill>
            <a:prstDash val="dash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129" name="Shape 127"/>
          <p:cNvSpPr/>
          <p:nvPr/>
        </p:nvSpPr>
        <p:spPr>
          <a:xfrm>
            <a:off x="13549289" y="14280279"/>
            <a:ext cx="411404" cy="0"/>
          </a:xfrm>
          <a:prstGeom prst="line">
            <a:avLst/>
          </a:prstGeom>
          <a:noFill/>
          <a:ln w="31750">
            <a:solidFill>
              <a:srgbClr val="EF60A3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0" name="Shape 128"/>
          <p:cNvSpPr/>
          <p:nvPr/>
        </p:nvSpPr>
        <p:spPr>
          <a:xfrm>
            <a:off x="19126095" y="14280279"/>
            <a:ext cx="411404" cy="0"/>
          </a:xfrm>
          <a:prstGeom prst="line">
            <a:avLst/>
          </a:prstGeom>
          <a:noFill/>
          <a:ln w="31750">
            <a:solidFill>
              <a:srgbClr val="EF60A3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1" name="Shape 129"/>
          <p:cNvSpPr/>
          <p:nvPr/>
        </p:nvSpPr>
        <p:spPr>
          <a:xfrm>
            <a:off x="12360790" y="15194510"/>
            <a:ext cx="0" cy="566823"/>
          </a:xfrm>
          <a:prstGeom prst="line">
            <a:avLst/>
          </a:prstGeom>
          <a:noFill/>
          <a:ln w="31750">
            <a:solidFill>
              <a:srgbClr val="F0A040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2" name="Shape 130"/>
          <p:cNvSpPr/>
          <p:nvPr/>
        </p:nvSpPr>
        <p:spPr>
          <a:xfrm>
            <a:off x="15149192" y="15194510"/>
            <a:ext cx="0" cy="566823"/>
          </a:xfrm>
          <a:prstGeom prst="line">
            <a:avLst/>
          </a:prstGeom>
          <a:noFill/>
          <a:ln w="31750">
            <a:solidFill>
              <a:srgbClr val="F0A040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3" name="Shape 131"/>
          <p:cNvSpPr/>
          <p:nvPr/>
        </p:nvSpPr>
        <p:spPr>
          <a:xfrm>
            <a:off x="17937595" y="15194510"/>
            <a:ext cx="0" cy="566823"/>
          </a:xfrm>
          <a:prstGeom prst="line">
            <a:avLst/>
          </a:prstGeom>
          <a:noFill/>
          <a:ln w="31750">
            <a:solidFill>
              <a:srgbClr val="F0A040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4" name="Shape 132"/>
          <p:cNvSpPr/>
          <p:nvPr/>
        </p:nvSpPr>
        <p:spPr>
          <a:xfrm>
            <a:off x="20725998" y="15194510"/>
            <a:ext cx="0" cy="566823"/>
          </a:xfrm>
          <a:prstGeom prst="line">
            <a:avLst/>
          </a:prstGeom>
          <a:noFill/>
          <a:ln w="31750">
            <a:solidFill>
              <a:srgbClr val="F0A040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5" name="Shape 133"/>
          <p:cNvSpPr/>
          <p:nvPr/>
        </p:nvSpPr>
        <p:spPr>
          <a:xfrm>
            <a:off x="12360790" y="15761332"/>
            <a:ext cx="8365208" cy="0"/>
          </a:xfrm>
          <a:prstGeom prst="line">
            <a:avLst/>
          </a:prstGeom>
          <a:noFill/>
          <a:ln w="31750">
            <a:solidFill>
              <a:srgbClr val="F0A040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6" name="Shape 134"/>
          <p:cNvSpPr/>
          <p:nvPr/>
        </p:nvSpPr>
        <p:spPr>
          <a:xfrm>
            <a:off x="11007729" y="15761332"/>
            <a:ext cx="1353061" cy="0"/>
          </a:xfrm>
          <a:prstGeom prst="line">
            <a:avLst/>
          </a:prstGeom>
          <a:noFill/>
          <a:ln w="31750">
            <a:solidFill>
              <a:srgbClr val="F0A040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7" name="Shape 135"/>
          <p:cNvSpPr/>
          <p:nvPr/>
        </p:nvSpPr>
        <p:spPr>
          <a:xfrm>
            <a:off x="11007729" y="10577646"/>
            <a:ext cx="0" cy="5183687"/>
          </a:xfrm>
          <a:prstGeom prst="line">
            <a:avLst/>
          </a:prstGeom>
          <a:noFill/>
          <a:ln w="31750">
            <a:solidFill>
              <a:srgbClr val="F0A040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8" name="Shape 136"/>
          <p:cNvSpPr/>
          <p:nvPr/>
        </p:nvSpPr>
        <p:spPr>
          <a:xfrm>
            <a:off x="11007729" y="10577646"/>
            <a:ext cx="3798627" cy="0"/>
          </a:xfrm>
          <a:prstGeom prst="line">
            <a:avLst/>
          </a:prstGeom>
          <a:noFill/>
          <a:ln w="31750">
            <a:solidFill>
              <a:srgbClr val="F0A040"/>
            </a:solidFill>
            <a:prstDash val="solid"/>
            <a:tailEnd type="arrow"/>
          </a:ln>
        </p:spPr>
        <p:txBody>
          <a:bodyPr/>
          <a:lstStyle/>
          <a:p>
            <a:endParaRPr lang="nl-NL" sz="1800"/>
          </a:p>
        </p:txBody>
      </p:sp>
      <p:sp>
        <p:nvSpPr>
          <p:cNvPr id="139" name="Shape 137"/>
          <p:cNvSpPr/>
          <p:nvPr/>
        </p:nvSpPr>
        <p:spPr>
          <a:xfrm>
            <a:off x="14806356" y="9709127"/>
            <a:ext cx="3474076" cy="1737038"/>
          </a:xfrm>
          <a:prstGeom prst="roundRect">
            <a:avLst>
              <a:gd name="adj" fmla="val 5263"/>
            </a:avLst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40" name="Text 138"/>
          <p:cNvSpPr/>
          <p:nvPr/>
        </p:nvSpPr>
        <p:spPr>
          <a:xfrm>
            <a:off x="14806356" y="9709127"/>
            <a:ext cx="3474076" cy="173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StateManager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mirte_statemachine</a:t>
            </a:r>
            <a:endParaRPr lang="en-US" sz="2000" dirty="0"/>
          </a:p>
        </p:txBody>
      </p:sp>
      <p:sp>
        <p:nvSpPr>
          <p:cNvPr id="141" name="Shape 139"/>
          <p:cNvSpPr/>
          <p:nvPr/>
        </p:nvSpPr>
        <p:spPr>
          <a:xfrm>
            <a:off x="15172048" y="11546730"/>
            <a:ext cx="2742691" cy="457115"/>
          </a:xfrm>
          <a:prstGeom prst="roundRect">
            <a:avLst>
              <a:gd name="adj" fmla="val 28000"/>
            </a:avLst>
          </a:prstGeom>
          <a:solidFill>
            <a:srgbClr val="EBF4FA"/>
          </a:solidFill>
          <a:ln w="1905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42" name="Text 140"/>
          <p:cNvSpPr/>
          <p:nvPr/>
        </p:nvSpPr>
        <p:spPr>
          <a:xfrm>
            <a:off x="15172048" y="11546730"/>
            <a:ext cx="2742691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4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/robot_state</a:t>
            </a:r>
            <a:endParaRPr lang="en-US" sz="1600" dirty="0"/>
          </a:p>
        </p:txBody>
      </p:sp>
      <p:sp>
        <p:nvSpPr>
          <p:cNvPr id="143" name="Shape 141"/>
          <p:cNvSpPr/>
          <p:nvPr/>
        </p:nvSpPr>
        <p:spPr>
          <a:xfrm>
            <a:off x="11172290" y="13366049"/>
            <a:ext cx="2376999" cy="1828461"/>
          </a:xfrm>
          <a:prstGeom prst="roundRect">
            <a:avLst>
              <a:gd name="adj" fmla="val 5000"/>
            </a:avLst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44" name="Text 142"/>
          <p:cNvSpPr/>
          <p:nvPr/>
        </p:nvSpPr>
        <p:spPr>
          <a:xfrm>
            <a:off x="11172290" y="13366049"/>
            <a:ext cx="2376999" cy="1828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(GoalGen)</a:t>
            </a:r>
            <a:endParaRPr lang="en-US" sz="1600" dirty="0"/>
          </a:p>
        </p:txBody>
      </p:sp>
      <p:sp>
        <p:nvSpPr>
          <p:cNvPr id="145" name="Shape 143"/>
          <p:cNvSpPr/>
          <p:nvPr/>
        </p:nvSpPr>
        <p:spPr>
          <a:xfrm>
            <a:off x="13960693" y="13366049"/>
            <a:ext cx="2376999" cy="1828461"/>
          </a:xfrm>
          <a:prstGeom prst="roundRect">
            <a:avLst>
              <a:gd name="adj" fmla="val 5000"/>
            </a:avLst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46" name="Text 144"/>
          <p:cNvSpPr/>
          <p:nvPr/>
        </p:nvSpPr>
        <p:spPr>
          <a:xfrm>
            <a:off x="13960693" y="13366049"/>
            <a:ext cx="2376999" cy="1828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(mirte_nav)</a:t>
            </a:r>
            <a:endParaRPr lang="en-US" sz="1600" dirty="0"/>
          </a:p>
        </p:txBody>
      </p:sp>
      <p:sp>
        <p:nvSpPr>
          <p:cNvPr id="147" name="Shape 145"/>
          <p:cNvSpPr/>
          <p:nvPr/>
        </p:nvSpPr>
        <p:spPr>
          <a:xfrm>
            <a:off x="16749096" y="13366049"/>
            <a:ext cx="2376999" cy="1828461"/>
          </a:xfrm>
          <a:prstGeom prst="roundRect">
            <a:avLst>
              <a:gd name="adj" fmla="val 5000"/>
            </a:avLst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48" name="Text 146"/>
          <p:cNvSpPr/>
          <p:nvPr/>
        </p:nvSpPr>
        <p:spPr>
          <a:xfrm>
            <a:off x="16749096" y="13366049"/>
            <a:ext cx="2376999" cy="1828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(mirte_perc.)</a:t>
            </a:r>
            <a:endParaRPr lang="en-US" sz="1600" dirty="0"/>
          </a:p>
        </p:txBody>
      </p:sp>
      <p:sp>
        <p:nvSpPr>
          <p:cNvPr id="149" name="Shape 147"/>
          <p:cNvSpPr/>
          <p:nvPr/>
        </p:nvSpPr>
        <p:spPr>
          <a:xfrm>
            <a:off x="19537499" y="13366049"/>
            <a:ext cx="2376999" cy="1828461"/>
          </a:xfrm>
          <a:prstGeom prst="roundRect">
            <a:avLst>
              <a:gd name="adj" fmla="val 5000"/>
            </a:avLst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50" name="Text 148"/>
          <p:cNvSpPr/>
          <p:nvPr/>
        </p:nvSpPr>
        <p:spPr>
          <a:xfrm>
            <a:off x="19537499" y="13366049"/>
            <a:ext cx="2376999" cy="1828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(mirte_draw)</a:t>
            </a:r>
            <a:endParaRPr lang="en-US" sz="1600" dirty="0"/>
          </a:p>
        </p:txBody>
      </p:sp>
      <p:sp>
        <p:nvSpPr>
          <p:cNvPr id="151" name="Shape 149"/>
          <p:cNvSpPr/>
          <p:nvPr/>
        </p:nvSpPr>
        <p:spPr>
          <a:xfrm>
            <a:off x="15172048" y="15532775"/>
            <a:ext cx="2742691" cy="457115"/>
          </a:xfrm>
          <a:prstGeom prst="roundRect">
            <a:avLst>
              <a:gd name="adj" fmla="val 28000"/>
            </a:avLst>
          </a:prstGeom>
          <a:solidFill>
            <a:srgbClr val="FFF3D8"/>
          </a:solidFill>
          <a:ln w="19050">
            <a:solidFill>
              <a:srgbClr val="F0A040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52" name="Text 150"/>
          <p:cNvSpPr/>
          <p:nvPr/>
        </p:nvSpPr>
        <p:spPr>
          <a:xfrm>
            <a:off x="15172048" y="15532775"/>
            <a:ext cx="2742691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7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/state_change</a:t>
            </a:r>
            <a:endParaRPr lang="en-US" sz="1600" dirty="0"/>
          </a:p>
        </p:txBody>
      </p:sp>
      <p:sp>
        <p:nvSpPr>
          <p:cNvPr id="153" name="Text 151"/>
          <p:cNvSpPr/>
          <p:nvPr/>
        </p:nvSpPr>
        <p:spPr>
          <a:xfrm>
            <a:off x="13549289" y="15249364"/>
            <a:ext cx="411404" cy="40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6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/target_angle</a:t>
            </a:r>
            <a:endParaRPr lang="en-US" sz="1200" dirty="0"/>
          </a:p>
        </p:txBody>
      </p:sp>
      <p:sp>
        <p:nvSpPr>
          <p:cNvPr id="154" name="Text 152"/>
          <p:cNvSpPr/>
          <p:nvPr/>
        </p:nvSpPr>
        <p:spPr>
          <a:xfrm>
            <a:off x="19126095" y="15249364"/>
            <a:ext cx="411404" cy="40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6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/wb_text</a:t>
            </a:r>
            <a:endParaRPr lang="en-US" sz="1200" dirty="0"/>
          </a:p>
        </p:txBody>
      </p:sp>
      <p:sp>
        <p:nvSpPr>
          <p:cNvPr id="155" name="Shape 153"/>
          <p:cNvSpPr/>
          <p:nvPr/>
        </p:nvSpPr>
        <p:spPr>
          <a:xfrm>
            <a:off x="11172290" y="19034277"/>
            <a:ext cx="502827" cy="0"/>
          </a:xfrm>
          <a:prstGeom prst="line">
            <a:avLst/>
          </a:prstGeom>
          <a:noFill/>
          <a:ln w="31750">
            <a:solidFill>
              <a:srgbClr val="00A6D6"/>
            </a:solidFill>
            <a:prstDash val="dash"/>
          </a:ln>
        </p:spPr>
        <p:txBody>
          <a:bodyPr/>
          <a:lstStyle/>
          <a:p>
            <a:endParaRPr lang="nl-NL" sz="1800"/>
          </a:p>
        </p:txBody>
      </p:sp>
      <p:sp>
        <p:nvSpPr>
          <p:cNvPr id="156" name="Text 154"/>
          <p:cNvSpPr/>
          <p:nvPr/>
        </p:nvSpPr>
        <p:spPr>
          <a:xfrm>
            <a:off x="11812251" y="18851431"/>
            <a:ext cx="2651268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/robot_state</a:t>
            </a:r>
            <a:endParaRPr lang="en-US" sz="1600" dirty="0"/>
          </a:p>
        </p:txBody>
      </p:sp>
      <p:sp>
        <p:nvSpPr>
          <p:cNvPr id="157" name="Shape 155"/>
          <p:cNvSpPr/>
          <p:nvPr/>
        </p:nvSpPr>
        <p:spPr>
          <a:xfrm>
            <a:off x="14737789" y="19034277"/>
            <a:ext cx="502827" cy="0"/>
          </a:xfrm>
          <a:prstGeom prst="line">
            <a:avLst/>
          </a:prstGeom>
          <a:noFill/>
          <a:ln w="31750">
            <a:solidFill>
              <a:srgbClr val="EF60A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58" name="Text 156"/>
          <p:cNvSpPr/>
          <p:nvPr/>
        </p:nvSpPr>
        <p:spPr>
          <a:xfrm>
            <a:off x="15377750" y="18851431"/>
            <a:ext cx="2651268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topic</a:t>
            </a:r>
            <a:endParaRPr lang="en-US" sz="1600" dirty="0"/>
          </a:p>
        </p:txBody>
      </p:sp>
      <p:sp>
        <p:nvSpPr>
          <p:cNvPr id="159" name="Shape 157"/>
          <p:cNvSpPr/>
          <p:nvPr/>
        </p:nvSpPr>
        <p:spPr>
          <a:xfrm>
            <a:off x="18303287" y="19034277"/>
            <a:ext cx="502827" cy="0"/>
          </a:xfrm>
          <a:prstGeom prst="line">
            <a:avLst/>
          </a:prstGeom>
          <a:noFill/>
          <a:ln w="31750">
            <a:solidFill>
              <a:srgbClr val="F0A040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60" name="Text 158"/>
          <p:cNvSpPr/>
          <p:nvPr/>
        </p:nvSpPr>
        <p:spPr>
          <a:xfrm>
            <a:off x="18943249" y="18851431"/>
            <a:ext cx="2651268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/state_change</a:t>
            </a:r>
            <a:endParaRPr lang="en-US" sz="1600" dirty="0"/>
          </a:p>
        </p:txBody>
      </p:sp>
      <p:sp>
        <p:nvSpPr>
          <p:cNvPr id="161" name="Shape 159"/>
          <p:cNvSpPr/>
          <p:nvPr/>
        </p:nvSpPr>
        <p:spPr>
          <a:xfrm>
            <a:off x="10898021" y="20314200"/>
            <a:ext cx="11290746" cy="8228074"/>
          </a:xfrm>
          <a:prstGeom prst="roundRect">
            <a:avLst>
              <a:gd name="adj" fmla="val 1556"/>
            </a:avLst>
          </a:prstGeom>
          <a:solidFill>
            <a:srgbClr val="F5F8FB"/>
          </a:solidFill>
          <a:ln w="19050">
            <a:solidFill>
              <a:srgbClr val="0088BB"/>
            </a:solidFill>
            <a:prstDash val="dash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162" name="Shape 160"/>
          <p:cNvSpPr/>
          <p:nvPr/>
        </p:nvSpPr>
        <p:spPr>
          <a:xfrm>
            <a:off x="15994855" y="23285449"/>
            <a:ext cx="1097077" cy="1097077"/>
          </a:xfrm>
          <a:prstGeom prst="ellipse">
            <a:avLst/>
          </a:prstGeom>
          <a:solidFill>
            <a:srgbClr val="D0DD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63" name="Shape 161"/>
          <p:cNvSpPr/>
          <p:nvPr/>
        </p:nvSpPr>
        <p:spPr>
          <a:xfrm>
            <a:off x="16232555" y="23523149"/>
            <a:ext cx="621677" cy="621677"/>
          </a:xfrm>
          <a:prstGeom prst="ellipse">
            <a:avLst/>
          </a:prstGeom>
          <a:solidFill>
            <a:srgbClr val="F5F8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64" name="Text 162"/>
          <p:cNvSpPr/>
          <p:nvPr/>
        </p:nvSpPr>
        <p:spPr>
          <a:xfrm>
            <a:off x="10989444" y="27573190"/>
            <a:ext cx="11107900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photo</a:t>
            </a:r>
            <a:endParaRPr lang="en-US" sz="1700" dirty="0"/>
          </a:p>
        </p:txBody>
      </p:sp>
      <p:sp>
        <p:nvSpPr>
          <p:cNvPr id="165" name="Text 163"/>
          <p:cNvSpPr/>
          <p:nvPr/>
        </p:nvSpPr>
        <p:spPr>
          <a:xfrm>
            <a:off x="10989444" y="28012020"/>
            <a:ext cx="11107900" cy="40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setup: robot, whiteboard &amp; sandbox</a:t>
            </a:r>
            <a:endParaRPr lang="en-US" sz="1400" dirty="0"/>
          </a:p>
        </p:txBody>
      </p:sp>
      <p:sp>
        <p:nvSpPr>
          <p:cNvPr id="182" name="Shape 180"/>
          <p:cNvSpPr/>
          <p:nvPr/>
        </p:nvSpPr>
        <p:spPr>
          <a:xfrm>
            <a:off x="22554459" y="8045228"/>
            <a:ext cx="7057859" cy="8228074"/>
          </a:xfrm>
          <a:prstGeom prst="roundRect">
            <a:avLst>
              <a:gd name="adj" fmla="val 1813"/>
            </a:avLst>
          </a:prstGeom>
          <a:solidFill>
            <a:srgbClr val="F5F8FB"/>
          </a:solidFill>
          <a:ln w="19050">
            <a:solidFill>
              <a:srgbClr val="0088BB"/>
            </a:solidFill>
            <a:prstDash val="dash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183" name="Shape 181"/>
          <p:cNvSpPr/>
          <p:nvPr/>
        </p:nvSpPr>
        <p:spPr>
          <a:xfrm>
            <a:off x="25534850" y="11016476"/>
            <a:ext cx="1097077" cy="1097077"/>
          </a:xfrm>
          <a:prstGeom prst="ellipse">
            <a:avLst/>
          </a:prstGeom>
          <a:solidFill>
            <a:srgbClr val="D0DD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84" name="Shape 182"/>
          <p:cNvSpPr/>
          <p:nvPr/>
        </p:nvSpPr>
        <p:spPr>
          <a:xfrm>
            <a:off x="25772550" y="11254176"/>
            <a:ext cx="621677" cy="621677"/>
          </a:xfrm>
          <a:prstGeom prst="ellipse">
            <a:avLst/>
          </a:prstGeom>
          <a:solidFill>
            <a:srgbClr val="F5F8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85" name="Text 183"/>
          <p:cNvSpPr/>
          <p:nvPr/>
        </p:nvSpPr>
        <p:spPr>
          <a:xfrm>
            <a:off x="22645882" y="15304217"/>
            <a:ext cx="6875013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in action</a:t>
            </a:r>
            <a:endParaRPr lang="en-US" sz="1700" dirty="0"/>
          </a:p>
        </p:txBody>
      </p:sp>
      <p:sp>
        <p:nvSpPr>
          <p:cNvPr id="186" name="Text 184"/>
          <p:cNvSpPr/>
          <p:nvPr/>
        </p:nvSpPr>
        <p:spPr>
          <a:xfrm>
            <a:off x="22645882" y="15743048"/>
            <a:ext cx="6875013" cy="40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Mirte approaching the whiteboard</a:t>
            </a:r>
            <a:endParaRPr lang="en-US" sz="1400" dirty="0"/>
          </a:p>
        </p:txBody>
      </p:sp>
      <p:sp>
        <p:nvSpPr>
          <p:cNvPr id="187" name="Shape 185"/>
          <p:cNvSpPr/>
          <p:nvPr/>
        </p:nvSpPr>
        <p:spPr>
          <a:xfrm>
            <a:off x="22554459" y="16657278"/>
            <a:ext cx="7057859" cy="6399613"/>
          </a:xfrm>
          <a:prstGeom prst="roundRect">
            <a:avLst>
              <a:gd name="adj" fmla="val 2000"/>
            </a:avLst>
          </a:prstGeom>
          <a:solidFill>
            <a:srgbClr val="F5F8FB"/>
          </a:solidFill>
          <a:ln w="19050">
            <a:solidFill>
              <a:srgbClr val="00A6D6"/>
            </a:solidFill>
            <a:prstDash val="dash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188" name="Shape 186"/>
          <p:cNvSpPr/>
          <p:nvPr/>
        </p:nvSpPr>
        <p:spPr>
          <a:xfrm>
            <a:off x="25534850" y="18714297"/>
            <a:ext cx="1097077" cy="1097077"/>
          </a:xfrm>
          <a:prstGeom prst="ellipse">
            <a:avLst/>
          </a:prstGeom>
          <a:solidFill>
            <a:srgbClr val="D0DD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89" name="Shape 187"/>
          <p:cNvSpPr/>
          <p:nvPr/>
        </p:nvSpPr>
        <p:spPr>
          <a:xfrm>
            <a:off x="25772550" y="18951997"/>
            <a:ext cx="621677" cy="621677"/>
          </a:xfrm>
          <a:prstGeom prst="ellipse">
            <a:avLst/>
          </a:prstGeom>
          <a:solidFill>
            <a:srgbClr val="F5F8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90" name="Text 188"/>
          <p:cNvSpPr/>
          <p:nvPr/>
        </p:nvSpPr>
        <p:spPr>
          <a:xfrm>
            <a:off x="22645882" y="22087807"/>
            <a:ext cx="6875013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700" dirty="0"/>
          </a:p>
        </p:txBody>
      </p:sp>
      <p:sp>
        <p:nvSpPr>
          <p:cNvPr id="191" name="Text 189"/>
          <p:cNvSpPr/>
          <p:nvPr/>
        </p:nvSpPr>
        <p:spPr>
          <a:xfrm>
            <a:off x="22645882" y="22526638"/>
            <a:ext cx="6875013" cy="40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bounding box output</a:t>
            </a:r>
            <a:endParaRPr lang="en-US" sz="1400" dirty="0"/>
          </a:p>
        </p:txBody>
      </p:sp>
      <p:sp>
        <p:nvSpPr>
          <p:cNvPr id="192" name="Shape 190"/>
          <p:cNvSpPr/>
          <p:nvPr/>
        </p:nvSpPr>
        <p:spPr>
          <a:xfrm>
            <a:off x="22554459" y="23440868"/>
            <a:ext cx="7057859" cy="5485383"/>
          </a:xfrm>
          <a:prstGeom prst="roundRect">
            <a:avLst>
              <a:gd name="adj" fmla="val 2333"/>
            </a:avLst>
          </a:prstGeom>
          <a:solidFill>
            <a:srgbClr val="F5F8FB"/>
          </a:solidFill>
          <a:ln w="19050">
            <a:solidFill>
              <a:srgbClr val="F0A040"/>
            </a:solidFill>
            <a:prstDash val="dash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193" name="Shape 191"/>
          <p:cNvSpPr/>
          <p:nvPr/>
        </p:nvSpPr>
        <p:spPr>
          <a:xfrm>
            <a:off x="25534850" y="25040771"/>
            <a:ext cx="1097077" cy="1097077"/>
          </a:xfrm>
          <a:prstGeom prst="ellipse">
            <a:avLst/>
          </a:prstGeom>
          <a:solidFill>
            <a:srgbClr val="D0DD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94" name="Shape 192"/>
          <p:cNvSpPr/>
          <p:nvPr/>
        </p:nvSpPr>
        <p:spPr>
          <a:xfrm>
            <a:off x="25772550" y="25278471"/>
            <a:ext cx="621677" cy="621677"/>
          </a:xfrm>
          <a:prstGeom prst="ellipse">
            <a:avLst/>
          </a:prstGeom>
          <a:solidFill>
            <a:srgbClr val="F5F8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195" name="Text 193"/>
          <p:cNvSpPr/>
          <p:nvPr/>
        </p:nvSpPr>
        <p:spPr>
          <a:xfrm>
            <a:off x="22645882" y="27957167"/>
            <a:ext cx="6875013" cy="457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output</a:t>
            </a:r>
            <a:endParaRPr lang="en-US" sz="1700" dirty="0"/>
          </a:p>
        </p:txBody>
      </p:sp>
      <p:sp>
        <p:nvSpPr>
          <p:cNvPr id="196" name="Text 194"/>
          <p:cNvSpPr/>
          <p:nvPr/>
        </p:nvSpPr>
        <p:spPr>
          <a:xfrm>
            <a:off x="22645882" y="28395997"/>
            <a:ext cx="6875013" cy="40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drawn pattern</a:t>
            </a:r>
            <a:endParaRPr lang="en-US" sz="1400" dirty="0"/>
          </a:p>
        </p:txBody>
      </p:sp>
      <p:sp>
        <p:nvSpPr>
          <p:cNvPr id="197" name="Shape 195"/>
          <p:cNvSpPr/>
          <p:nvPr/>
        </p:nvSpPr>
        <p:spPr>
          <a:xfrm>
            <a:off x="11066585" y="29310227"/>
            <a:ext cx="18545733" cy="10056535"/>
          </a:xfrm>
          <a:prstGeom prst="roundRect">
            <a:avLst>
              <a:gd name="adj" fmla="val 1813"/>
            </a:avLst>
          </a:prstGeom>
          <a:solidFill>
            <a:srgbClr val="0C2340"/>
          </a:solidFill>
          <a:ln w="9525">
            <a:solidFill>
              <a:srgbClr val="0C2340"/>
            </a:solidFill>
            <a:prstDash val="solid"/>
          </a:ln>
          <a:effectLst>
            <a:outerShdw blurRad="127000" dist="38100" dir="8100000" algn="bl" rotWithShape="0">
              <a:srgbClr val="0C2340">
                <a:alpha val="8000"/>
              </a:srgbClr>
            </a:outerShdw>
          </a:effectLst>
        </p:spPr>
        <p:txBody>
          <a:bodyPr/>
          <a:lstStyle/>
          <a:p>
            <a:endParaRPr lang="nl-NL" sz="1800"/>
          </a:p>
        </p:txBody>
      </p:sp>
      <p:sp>
        <p:nvSpPr>
          <p:cNvPr id="198" name="Text 196"/>
          <p:cNvSpPr/>
          <p:nvPr/>
        </p:nvSpPr>
        <p:spPr>
          <a:xfrm>
            <a:off x="11546836" y="29493213"/>
            <a:ext cx="17791214" cy="438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6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199" name="Shape 197"/>
          <p:cNvSpPr/>
          <p:nvPr/>
        </p:nvSpPr>
        <p:spPr>
          <a:xfrm>
            <a:off x="21244193" y="29959331"/>
            <a:ext cx="2498765" cy="0"/>
          </a:xfrm>
          <a:prstGeom prst="line">
            <a:avLst/>
          </a:prstGeom>
          <a:noFill/>
          <a:ln w="31750">
            <a:solidFill>
              <a:srgbClr val="EF60A3"/>
            </a:solidFill>
            <a:prstDash val="solid"/>
          </a:ln>
        </p:spPr>
        <p:txBody>
          <a:bodyPr/>
          <a:lstStyle/>
          <a:p>
            <a:endParaRPr lang="nl-NL" sz="3200"/>
          </a:p>
        </p:txBody>
      </p:sp>
      <p:sp>
        <p:nvSpPr>
          <p:cNvPr id="200" name="Text 198"/>
          <p:cNvSpPr/>
          <p:nvPr/>
        </p:nvSpPr>
        <p:spPr>
          <a:xfrm>
            <a:off x="11465169" y="30240032"/>
            <a:ext cx="17891164" cy="2983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B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 Drawing Robot demonstrates a complete perception-to-execution pipeline on a real mobile platform. Key achievements: robust whiteboard detection via </a:t>
            </a:r>
            <a:r>
              <a:rPr lang="en-US" sz="3600" dirty="0" err="1">
                <a:solidFill>
                  <a:srgbClr val="B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r>
              <a:rPr lang="en-US" sz="3600" dirty="0">
                <a:solidFill>
                  <a:srgbClr val="B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(camera) with LiDAR-based ranging/approach, OCR text extraction, and letter drawing via a custom single-stroke font with effort-based height probing.</a:t>
            </a:r>
            <a:endParaRPr lang="en-US" sz="3600" dirty="0"/>
          </a:p>
        </p:txBody>
      </p:sp>
      <p:sp>
        <p:nvSpPr>
          <p:cNvPr id="201" name="Text 199"/>
          <p:cNvSpPr/>
          <p:nvPr/>
        </p:nvSpPr>
        <p:spPr>
          <a:xfrm>
            <a:off x="11465169" y="33574922"/>
            <a:ext cx="17891164" cy="228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item:  </a:t>
            </a:r>
            <a:r>
              <a:rPr lang="en-US" sz="3600" dirty="0">
                <a:solidFill>
                  <a:srgbClr val="9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NAVIGATE_TO_SANDBOX in active development. Fixed sandbox used as MVP fallback.</a:t>
            </a:r>
            <a:endParaRPr lang="en-US" sz="3600" dirty="0"/>
          </a:p>
        </p:txBody>
      </p:sp>
      <p:sp>
        <p:nvSpPr>
          <p:cNvPr id="202" name="Text 200"/>
          <p:cNvSpPr/>
          <p:nvPr/>
        </p:nvSpPr>
        <p:spPr>
          <a:xfrm>
            <a:off x="11465169" y="36183725"/>
            <a:ext cx="17891164" cy="2140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 </a:t>
            </a:r>
            <a:r>
              <a:rPr lang="en-US" sz="3600" dirty="0" err="1">
                <a:solidFill>
                  <a:srgbClr val="9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r>
              <a:rPr lang="en-US" sz="3600" dirty="0">
                <a:solidFill>
                  <a:srgbClr val="9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adds latency. Drawing happens a few cm above the surface, bounded by the arm's vertical reach (wrist stays ~4 cm above ground; pen bridges the gap).</a:t>
            </a:r>
            <a:endParaRPr lang="en-US" sz="3600" dirty="0"/>
          </a:p>
        </p:txBody>
      </p:sp>
      <p:sp>
        <p:nvSpPr>
          <p:cNvPr id="203" name="Shape 201"/>
          <p:cNvSpPr/>
          <p:nvPr/>
        </p:nvSpPr>
        <p:spPr>
          <a:xfrm>
            <a:off x="18679" y="40957523"/>
            <a:ext cx="30233600" cy="1462769"/>
          </a:xfrm>
          <a:prstGeom prst="rect">
            <a:avLst/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204" name="Text 202"/>
          <p:cNvSpPr/>
          <p:nvPr/>
        </p:nvSpPr>
        <p:spPr>
          <a:xfrm>
            <a:off x="750063" y="40957523"/>
            <a:ext cx="18284609" cy="1462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AE4ASM527  ·  Sand Drawing Robot  ·  Group 1  ·  TU Delft  ·  June 2026</a:t>
            </a:r>
            <a:endParaRPr lang="en-US" sz="1800" dirty="0"/>
          </a:p>
        </p:txBody>
      </p:sp>
      <p:sp>
        <p:nvSpPr>
          <p:cNvPr id="205" name="Text 203"/>
          <p:cNvSpPr/>
          <p:nvPr/>
        </p:nvSpPr>
        <p:spPr>
          <a:xfrm>
            <a:off x="17846172" y="40957523"/>
            <a:ext cx="11976419" cy="1462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github.com/Wtoutenhoofd/Spatial-AI-group-1</a:t>
            </a:r>
            <a:endParaRPr lang="en-US" sz="1800" dirty="0"/>
          </a:p>
        </p:txBody>
      </p:sp>
      <p:sp>
        <p:nvSpPr>
          <p:cNvPr id="207" name="Shape 83">
            <a:extLst>
              <a:ext uri="{FF2B5EF4-FFF2-40B4-BE49-F238E27FC236}">
                <a16:creationId xmlns:a16="http://schemas.microsoft.com/office/drawing/2014/main" id="{C33E802D-9CF1-6469-7B3A-236F3457C291}"/>
              </a:ext>
            </a:extLst>
          </p:cNvPr>
          <p:cNvSpPr/>
          <p:nvPr/>
        </p:nvSpPr>
        <p:spPr>
          <a:xfrm>
            <a:off x="1647817" y="21644350"/>
            <a:ext cx="3291230" cy="228558"/>
          </a:xfrm>
          <a:prstGeom prst="rect">
            <a:avLst/>
          </a:prstGeom>
          <a:solidFill>
            <a:srgbClr val="D4EDD8"/>
          </a:solidFill>
          <a:ln w="12700">
            <a:solidFill>
              <a:srgbClr val="3A8A50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208" name="Text 84">
            <a:extLst>
              <a:ext uri="{FF2B5EF4-FFF2-40B4-BE49-F238E27FC236}">
                <a16:creationId xmlns:a16="http://schemas.microsoft.com/office/drawing/2014/main" id="{40328D52-517A-B41D-D5F9-BF6B7911A65E}"/>
              </a:ext>
            </a:extLst>
          </p:cNvPr>
          <p:cNvSpPr/>
          <p:nvPr/>
        </p:nvSpPr>
        <p:spPr>
          <a:xfrm>
            <a:off x="1673236" y="21644350"/>
            <a:ext cx="3291230" cy="22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8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surface</a:t>
            </a:r>
            <a:endParaRPr lang="en-US" sz="1200" dirty="0"/>
          </a:p>
        </p:txBody>
      </p:sp>
      <p:sp>
        <p:nvSpPr>
          <p:cNvPr id="209" name="Text 92">
            <a:extLst>
              <a:ext uri="{FF2B5EF4-FFF2-40B4-BE49-F238E27FC236}">
                <a16:creationId xmlns:a16="http://schemas.microsoft.com/office/drawing/2014/main" id="{63885B7B-3D5F-E92C-227C-67BF82658443}"/>
              </a:ext>
            </a:extLst>
          </p:cNvPr>
          <p:cNvSpPr/>
          <p:nvPr/>
        </p:nvSpPr>
        <p:spPr>
          <a:xfrm>
            <a:off x="1970172" y="19702263"/>
            <a:ext cx="1828461" cy="31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L₁=0.138m</a:t>
            </a:r>
            <a:endParaRPr lang="en-US" sz="1300" dirty="0"/>
          </a:p>
        </p:txBody>
      </p:sp>
      <p:sp>
        <p:nvSpPr>
          <p:cNvPr id="210" name="Text 93">
            <a:extLst>
              <a:ext uri="{FF2B5EF4-FFF2-40B4-BE49-F238E27FC236}">
                <a16:creationId xmlns:a16="http://schemas.microsoft.com/office/drawing/2014/main" id="{23BB30DA-BBAA-4747-7D6D-BD254554E7F7}"/>
              </a:ext>
            </a:extLst>
          </p:cNvPr>
          <p:cNvSpPr/>
          <p:nvPr/>
        </p:nvSpPr>
        <p:spPr>
          <a:xfrm>
            <a:off x="3070355" y="19253274"/>
            <a:ext cx="1279923" cy="329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endParaRPr lang="en-US" sz="1300" dirty="0"/>
          </a:p>
        </p:txBody>
      </p:sp>
      <p:sp>
        <p:nvSpPr>
          <p:cNvPr id="211" name="Text 94">
            <a:extLst>
              <a:ext uri="{FF2B5EF4-FFF2-40B4-BE49-F238E27FC236}">
                <a16:creationId xmlns:a16="http://schemas.microsoft.com/office/drawing/2014/main" id="{7C1844C2-4C9F-37D7-B791-CECC728B15BB}"/>
              </a:ext>
            </a:extLst>
          </p:cNvPr>
          <p:cNvSpPr/>
          <p:nvPr/>
        </p:nvSpPr>
        <p:spPr>
          <a:xfrm>
            <a:off x="3318851" y="20127740"/>
            <a:ext cx="1828461" cy="31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L₂=0.143m</a:t>
            </a:r>
            <a:endParaRPr lang="en-US" sz="1300" dirty="0"/>
          </a:p>
        </p:txBody>
      </p:sp>
      <p:sp>
        <p:nvSpPr>
          <p:cNvPr id="212" name="Text 95">
            <a:extLst>
              <a:ext uri="{FF2B5EF4-FFF2-40B4-BE49-F238E27FC236}">
                <a16:creationId xmlns:a16="http://schemas.microsoft.com/office/drawing/2014/main" id="{F63B09C6-0F43-0192-1F95-2774A9E88E2B}"/>
              </a:ext>
            </a:extLst>
          </p:cNvPr>
          <p:cNvSpPr/>
          <p:nvPr/>
        </p:nvSpPr>
        <p:spPr>
          <a:xfrm>
            <a:off x="3366190" y="20982185"/>
            <a:ext cx="1279923" cy="31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eff.</a:t>
            </a:r>
            <a:endParaRPr lang="en-US" sz="1300" dirty="0"/>
          </a:p>
        </p:txBody>
      </p:sp>
      <p:sp>
        <p:nvSpPr>
          <p:cNvPr id="213" name="Shape 96">
            <a:extLst>
              <a:ext uri="{FF2B5EF4-FFF2-40B4-BE49-F238E27FC236}">
                <a16:creationId xmlns:a16="http://schemas.microsoft.com/office/drawing/2014/main" id="{84254088-7D91-6416-3706-7A6F3F6C15BF}"/>
              </a:ext>
            </a:extLst>
          </p:cNvPr>
          <p:cNvSpPr/>
          <p:nvPr/>
        </p:nvSpPr>
        <p:spPr>
          <a:xfrm>
            <a:off x="5484719" y="18584812"/>
            <a:ext cx="4697155" cy="4022614"/>
          </a:xfrm>
          <a:prstGeom prst="rect">
            <a:avLst/>
          </a:prstGeom>
          <a:solidFill>
            <a:srgbClr val="EBF8F2"/>
          </a:solidFill>
          <a:ln w="12700">
            <a:solidFill>
              <a:srgbClr val="C8E8D8"/>
            </a:solidFill>
            <a:prstDash val="solid"/>
          </a:ln>
        </p:spPr>
        <p:txBody>
          <a:bodyPr/>
          <a:lstStyle/>
          <a:p>
            <a:endParaRPr lang="nl-NL" sz="1800"/>
          </a:p>
        </p:txBody>
      </p:sp>
      <p:sp>
        <p:nvSpPr>
          <p:cNvPr id="214" name="Text 97">
            <a:extLst>
              <a:ext uri="{FF2B5EF4-FFF2-40B4-BE49-F238E27FC236}">
                <a16:creationId xmlns:a16="http://schemas.microsoft.com/office/drawing/2014/main" id="{47146396-AFBA-442B-8035-A79F4C1AD57C}"/>
              </a:ext>
            </a:extLst>
          </p:cNvPr>
          <p:cNvSpPr/>
          <p:nvPr/>
        </p:nvSpPr>
        <p:spPr>
          <a:xfrm>
            <a:off x="5687955" y="18608041"/>
            <a:ext cx="4484188" cy="44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2-link IK solver</a:t>
            </a:r>
            <a:endParaRPr lang="en-US" sz="1600" dirty="0"/>
          </a:p>
        </p:txBody>
      </p:sp>
      <p:sp>
        <p:nvSpPr>
          <p:cNvPr id="218" name="Text 91">
            <a:extLst>
              <a:ext uri="{FF2B5EF4-FFF2-40B4-BE49-F238E27FC236}">
                <a16:creationId xmlns:a16="http://schemas.microsoft.com/office/drawing/2014/main" id="{0CE7AFC5-FD3E-2267-9A45-9E5D24B000DA}"/>
              </a:ext>
            </a:extLst>
          </p:cNvPr>
          <p:cNvSpPr/>
          <p:nvPr/>
        </p:nvSpPr>
        <p:spPr>
          <a:xfrm>
            <a:off x="1183231" y="19254290"/>
            <a:ext cx="1645615" cy="329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</a:t>
            </a:r>
            <a:endParaRPr lang="en-US" sz="1300" dirty="0"/>
          </a:p>
        </p:txBody>
      </p:sp>
      <p:sp>
        <p:nvSpPr>
          <p:cNvPr id="219" name="Rechthoek 218">
            <a:extLst>
              <a:ext uri="{FF2B5EF4-FFF2-40B4-BE49-F238E27FC236}">
                <a16:creationId xmlns:a16="http://schemas.microsoft.com/office/drawing/2014/main" id="{577E214E-5E20-BE7F-4D4D-837445DA4CEF}"/>
              </a:ext>
            </a:extLst>
          </p:cNvPr>
          <p:cNvSpPr/>
          <p:nvPr/>
        </p:nvSpPr>
        <p:spPr>
          <a:xfrm>
            <a:off x="1183231" y="19732503"/>
            <a:ext cx="338265" cy="148621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cxnSp>
        <p:nvCxnSpPr>
          <p:cNvPr id="220" name="Rechte verbindingslijn 219">
            <a:extLst>
              <a:ext uri="{FF2B5EF4-FFF2-40B4-BE49-F238E27FC236}">
                <a16:creationId xmlns:a16="http://schemas.microsoft.com/office/drawing/2014/main" id="{794EBD47-4AD7-8938-2EE2-CD95A329A113}"/>
              </a:ext>
            </a:extLst>
          </p:cNvPr>
          <p:cNvCxnSpPr>
            <a:cxnSpLocks/>
            <a:stCxn id="221" idx="6"/>
            <a:endCxn id="222" idx="2"/>
          </p:cNvCxnSpPr>
          <p:nvPr/>
        </p:nvCxnSpPr>
        <p:spPr>
          <a:xfrm>
            <a:off x="1536979" y="19686445"/>
            <a:ext cx="1596442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Stroomdiagram: Verbindingslijn 220">
            <a:extLst>
              <a:ext uri="{FF2B5EF4-FFF2-40B4-BE49-F238E27FC236}">
                <a16:creationId xmlns:a16="http://schemas.microsoft.com/office/drawing/2014/main" id="{74B284A2-0841-795A-D917-028CB5B5A11C}"/>
              </a:ext>
            </a:extLst>
          </p:cNvPr>
          <p:cNvSpPr/>
          <p:nvPr/>
        </p:nvSpPr>
        <p:spPr>
          <a:xfrm>
            <a:off x="1357012" y="19596462"/>
            <a:ext cx="179967" cy="17996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222" name="Stroomdiagram: Verbindingslijn 221">
            <a:extLst>
              <a:ext uri="{FF2B5EF4-FFF2-40B4-BE49-F238E27FC236}">
                <a16:creationId xmlns:a16="http://schemas.microsoft.com/office/drawing/2014/main" id="{DCCCA0B2-0731-CE3F-4D98-62577569A392}"/>
              </a:ext>
            </a:extLst>
          </p:cNvPr>
          <p:cNvSpPr/>
          <p:nvPr/>
        </p:nvSpPr>
        <p:spPr>
          <a:xfrm>
            <a:off x="3133421" y="19596462"/>
            <a:ext cx="179967" cy="17996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cxnSp>
        <p:nvCxnSpPr>
          <p:cNvPr id="223" name="Rechte verbindingslijn 222">
            <a:extLst>
              <a:ext uri="{FF2B5EF4-FFF2-40B4-BE49-F238E27FC236}">
                <a16:creationId xmlns:a16="http://schemas.microsoft.com/office/drawing/2014/main" id="{D90B5B7B-0684-66AD-F068-C21F2E1F3092}"/>
              </a:ext>
            </a:extLst>
          </p:cNvPr>
          <p:cNvCxnSpPr>
            <a:cxnSpLocks/>
            <a:stCxn id="222" idx="4"/>
            <a:endCxn id="224" idx="0"/>
          </p:cNvCxnSpPr>
          <p:nvPr/>
        </p:nvCxnSpPr>
        <p:spPr>
          <a:xfrm>
            <a:off x="3223404" y="19776429"/>
            <a:ext cx="5463" cy="142400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Stroomdiagram: Verbindingslijn 223">
            <a:extLst>
              <a:ext uri="{FF2B5EF4-FFF2-40B4-BE49-F238E27FC236}">
                <a16:creationId xmlns:a16="http://schemas.microsoft.com/office/drawing/2014/main" id="{CFFA4E51-A423-7F10-B114-EAB7EBA7AFD9}"/>
              </a:ext>
            </a:extLst>
          </p:cNvPr>
          <p:cNvSpPr/>
          <p:nvPr/>
        </p:nvSpPr>
        <p:spPr>
          <a:xfrm>
            <a:off x="3138884" y="21200434"/>
            <a:ext cx="179967" cy="17996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225" name="Text 91">
            <a:extLst>
              <a:ext uri="{FF2B5EF4-FFF2-40B4-BE49-F238E27FC236}">
                <a16:creationId xmlns:a16="http://schemas.microsoft.com/office/drawing/2014/main" id="{51354D1D-5FF5-061C-D22E-AA6C6D515808}"/>
              </a:ext>
            </a:extLst>
          </p:cNvPr>
          <p:cNvSpPr/>
          <p:nvPr/>
        </p:nvSpPr>
        <p:spPr>
          <a:xfrm>
            <a:off x="1583252" y="20680727"/>
            <a:ext cx="1645615" cy="329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300" dirty="0"/>
          </a:p>
        </p:txBody>
      </p:sp>
      <p:pic>
        <p:nvPicPr>
          <p:cNvPr id="83" name="Afbeelding 82">
            <a:extLst>
              <a:ext uri="{FF2B5EF4-FFF2-40B4-BE49-F238E27FC236}">
                <a16:creationId xmlns:a16="http://schemas.microsoft.com/office/drawing/2014/main" id="{6A72E5B8-8AE0-99DF-FFEC-AC386FA32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70"/>
          <a:stretch>
            <a:fillRect/>
          </a:stretch>
        </p:blipFill>
        <p:spPr>
          <a:xfrm>
            <a:off x="22981862" y="23531331"/>
            <a:ext cx="6374471" cy="5282606"/>
          </a:xfrm>
          <a:prstGeom prst="rect">
            <a:avLst/>
          </a:prstGeom>
        </p:spPr>
      </p:pic>
      <p:pic>
        <p:nvPicPr>
          <p:cNvPr id="85" name="Afbeelding 84">
            <a:extLst>
              <a:ext uri="{FF2B5EF4-FFF2-40B4-BE49-F238E27FC236}">
                <a16:creationId xmlns:a16="http://schemas.microsoft.com/office/drawing/2014/main" id="{796A4155-8293-71A6-47EE-33881829F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8425" y="16739559"/>
            <a:ext cx="6489116" cy="6229947"/>
          </a:xfrm>
          <a:prstGeom prst="rect">
            <a:avLst/>
          </a:prstGeom>
        </p:spPr>
      </p:pic>
      <p:pic>
        <p:nvPicPr>
          <p:cNvPr id="87" name="Afbeelding 86">
            <a:extLst>
              <a:ext uri="{FF2B5EF4-FFF2-40B4-BE49-F238E27FC236}">
                <a16:creationId xmlns:a16="http://schemas.microsoft.com/office/drawing/2014/main" id="{82CE6186-BDB5-0559-776E-37BEEA6D7C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7654" y="8209789"/>
            <a:ext cx="6465136" cy="7936544"/>
          </a:xfrm>
          <a:prstGeom prst="rect">
            <a:avLst/>
          </a:prstGeom>
        </p:spPr>
      </p:pic>
      <p:pic>
        <p:nvPicPr>
          <p:cNvPr id="89" name="Afbeelding 88">
            <a:extLst>
              <a:ext uri="{FF2B5EF4-FFF2-40B4-BE49-F238E27FC236}">
                <a16:creationId xmlns:a16="http://schemas.microsoft.com/office/drawing/2014/main" id="{84A48118-B60F-16DC-1865-2FD357DCC2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0"/>
          <a:stretch>
            <a:fillRect/>
          </a:stretch>
        </p:blipFill>
        <p:spPr>
          <a:xfrm>
            <a:off x="11226801" y="20874729"/>
            <a:ext cx="10804262" cy="7595027"/>
          </a:xfrm>
          <a:prstGeom prst="rect">
            <a:avLst/>
          </a:prstGeom>
        </p:spPr>
      </p:pic>
      <p:pic>
        <p:nvPicPr>
          <p:cNvPr id="91" name="Afbeelding 90">
            <a:extLst>
              <a:ext uri="{FF2B5EF4-FFF2-40B4-BE49-F238E27FC236}">
                <a16:creationId xmlns:a16="http://schemas.microsoft.com/office/drawing/2014/main" id="{3968CF3A-7723-E738-692A-2F8BD05A79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5636" y="19099568"/>
            <a:ext cx="4662575" cy="35552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611</Words>
  <Application>Microsoft Office PowerPoint</Application>
  <PresentationFormat>Aangepast</PresentationFormat>
  <Paragraphs>104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Courier New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Wessel Toutenhoofd</cp:lastModifiedBy>
  <cp:revision>37</cp:revision>
  <dcterms:created xsi:type="dcterms:W3CDTF">2026-06-08T12:46:46Z</dcterms:created>
  <dcterms:modified xsi:type="dcterms:W3CDTF">2026-06-11T14:47:05Z</dcterms:modified>
</cp:coreProperties>
</file>